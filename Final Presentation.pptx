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E1E36D-B1CA-4878-B9A6-4BA21F1E835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7DCFA7DD-41F8-4D00-80F3-5F5107B64C40}">
      <dgm:prSet/>
      <dgm:spPr/>
      <dgm:t>
        <a:bodyPr/>
        <a:lstStyle/>
        <a:p>
          <a:pPr>
            <a:defRPr b="1"/>
          </a:pPr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Problem Statement: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F43ECC6-BD10-4F5D-88F9-E7F19D47506E}" type="parTrans" cxnId="{BB8CF958-37A5-4DEE-936E-B9F5E93F494E}">
      <dgm:prSet/>
      <dgm:spPr/>
      <dgm:t>
        <a:bodyPr/>
        <a:lstStyle/>
        <a:p>
          <a:endParaRPr lang="en-US"/>
        </a:p>
      </dgm:t>
    </dgm:pt>
    <dgm:pt modelId="{A7C22F5C-61DF-4BA6-A279-CF056C1668F6}" type="sibTrans" cxnId="{BB8CF958-37A5-4DEE-936E-B9F5E93F494E}">
      <dgm:prSet/>
      <dgm:spPr/>
      <dgm:t>
        <a:bodyPr/>
        <a:lstStyle/>
        <a:p>
          <a:endParaRPr lang="en-US"/>
        </a:p>
      </dgm:t>
    </dgm:pt>
    <dgm:pt modelId="{F08CAE10-B801-4498-AB03-358CABD6CF9C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Current repair solutions suffer from inaccurate part identification and static knowledge bases.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DC3993-FEDD-4412-A75C-53B274895A88}" type="parTrans" cxnId="{AD03CAC6-9ED2-4F84-A814-2632F55EFC6D}">
      <dgm:prSet/>
      <dgm:spPr/>
      <dgm:t>
        <a:bodyPr/>
        <a:lstStyle/>
        <a:p>
          <a:endParaRPr lang="en-US"/>
        </a:p>
      </dgm:t>
    </dgm:pt>
    <dgm:pt modelId="{A7D2287A-DAD3-4327-84A4-B06CEF8D0AD9}" type="sibTrans" cxnId="{AD03CAC6-9ED2-4F84-A814-2632F55EFC6D}">
      <dgm:prSet/>
      <dgm:spPr/>
      <dgm:t>
        <a:bodyPr/>
        <a:lstStyle/>
        <a:p>
          <a:endParaRPr lang="en-US"/>
        </a:p>
      </dgm:t>
    </dgm:pt>
    <dgm:pt modelId="{ABAE82E7-96A8-41FB-83C6-C5C0635016A1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Users face poor experiences with limited agentic capabilities (no reasoning/memory).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423448-A0D5-445F-B082-39F312BC0EFC}" type="parTrans" cxnId="{DF83E889-97A7-4CA3-936F-46DD5F11C868}">
      <dgm:prSet/>
      <dgm:spPr/>
      <dgm:t>
        <a:bodyPr/>
        <a:lstStyle/>
        <a:p>
          <a:endParaRPr lang="en-US"/>
        </a:p>
      </dgm:t>
    </dgm:pt>
    <dgm:pt modelId="{05C9CF76-62C6-461B-8C19-45A4407CACB0}" type="sibTrans" cxnId="{DF83E889-97A7-4CA3-936F-46DD5F11C868}">
      <dgm:prSet/>
      <dgm:spPr/>
      <dgm:t>
        <a:bodyPr/>
        <a:lstStyle/>
        <a:p>
          <a:endParaRPr lang="en-US"/>
        </a:p>
      </dgm:t>
    </dgm:pt>
    <dgm:pt modelId="{B0C8BED9-A068-4B30-9EC8-EE6922C15922}">
      <dgm:prSet/>
      <dgm:spPr/>
      <dgm:t>
        <a:bodyPr/>
        <a:lstStyle/>
        <a:p>
          <a:pPr>
            <a:defRPr b="1"/>
          </a:pPr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The Task: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C371AA-64E9-40A5-AA16-16C6D085D6D0}" type="parTrans" cxnId="{7CBCD23F-410A-4500-81D6-17738F31ECBF}">
      <dgm:prSet/>
      <dgm:spPr/>
      <dgm:t>
        <a:bodyPr/>
        <a:lstStyle/>
        <a:p>
          <a:endParaRPr lang="en-US"/>
        </a:p>
      </dgm:t>
    </dgm:pt>
    <dgm:pt modelId="{A04EE96C-5B35-4016-9BA0-0BB08AA5D79D}" type="sibTrans" cxnId="{7CBCD23F-410A-4500-81D6-17738F31ECBF}">
      <dgm:prSet/>
      <dgm:spPr/>
      <dgm:t>
        <a:bodyPr/>
        <a:lstStyle/>
        <a:p>
          <a:endParaRPr lang="en-US"/>
        </a:p>
      </dgm:t>
    </dgm:pt>
    <dgm:pt modelId="{02F4BB70-B314-496D-8568-308A344E3CD9}">
      <dgm:prSet/>
      <dgm:spPr/>
      <dgm:t>
        <a:bodyPr/>
        <a:lstStyle/>
        <a:p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Develop an intelligent system combining Vision AI, RAG, and AI Agents.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222626E-FFD5-4429-80A2-52D4CD1FADBB}" type="parTrans" cxnId="{B1584C09-2C4C-4C61-8374-084FAB7B5162}">
      <dgm:prSet/>
      <dgm:spPr/>
      <dgm:t>
        <a:bodyPr/>
        <a:lstStyle/>
        <a:p>
          <a:endParaRPr lang="en-US"/>
        </a:p>
      </dgm:t>
    </dgm:pt>
    <dgm:pt modelId="{A3006ABD-6E43-4F89-B654-207271658A58}" type="sibTrans" cxnId="{B1584C09-2C4C-4C61-8374-084FAB7B5162}">
      <dgm:prSet/>
      <dgm:spPr/>
      <dgm:t>
        <a:bodyPr/>
        <a:lstStyle/>
        <a:p>
          <a:endParaRPr lang="en-US"/>
        </a:p>
      </dgm:t>
    </dgm:pt>
    <dgm:pt modelId="{F3319D93-FCA2-451F-B136-32BE395B78FC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Provide accurate, context-aware automotive repair guidance.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D157881-99AA-4780-9195-59A2CEAE831D}" type="parTrans" cxnId="{BFFBC12C-F075-4838-A7AF-0E97B9D91BE3}">
      <dgm:prSet/>
      <dgm:spPr/>
      <dgm:t>
        <a:bodyPr/>
        <a:lstStyle/>
        <a:p>
          <a:endParaRPr lang="en-US"/>
        </a:p>
      </dgm:t>
    </dgm:pt>
    <dgm:pt modelId="{887FA5EE-FE00-4B0E-9AA0-9F145E4A4293}" type="sibTrans" cxnId="{BFFBC12C-F075-4838-A7AF-0E97B9D91BE3}">
      <dgm:prSet/>
      <dgm:spPr/>
      <dgm:t>
        <a:bodyPr/>
        <a:lstStyle/>
        <a:p>
          <a:endParaRPr lang="en-US"/>
        </a:p>
      </dgm:t>
    </dgm:pt>
    <dgm:pt modelId="{0DA73EE8-B9ED-4BC1-B0B6-B0949F0FBC3A}">
      <dgm:prSet/>
      <dgm:spPr/>
      <dgm:t>
        <a:bodyPr/>
        <a:lstStyle/>
        <a:p>
          <a:pPr>
            <a:defRPr b="1"/>
          </a:pPr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Core Goals: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2D40334-1202-4B92-BE6E-3A01CC9CFE94}" type="parTrans" cxnId="{BC1BEF60-872B-416F-9D13-E5FBEBA58CBC}">
      <dgm:prSet/>
      <dgm:spPr/>
      <dgm:t>
        <a:bodyPr/>
        <a:lstStyle/>
        <a:p>
          <a:endParaRPr lang="en-US"/>
        </a:p>
      </dgm:t>
    </dgm:pt>
    <dgm:pt modelId="{6C98DC88-3087-4951-9DA2-1A74FB1ED416}" type="sibTrans" cxnId="{BC1BEF60-872B-416F-9D13-E5FBEBA58CBC}">
      <dgm:prSet/>
      <dgm:spPr/>
      <dgm:t>
        <a:bodyPr/>
        <a:lstStyle/>
        <a:p>
          <a:endParaRPr lang="en-US"/>
        </a:p>
      </dgm:t>
    </dgm:pt>
    <dgm:pt modelId="{939AD296-A856-465C-9B38-72E6F4654439}">
      <dgm:prSet/>
      <dgm:spPr/>
      <dgm:t>
        <a:bodyPr/>
        <a:lstStyle/>
        <a:p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91% accurate part identification.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3F8359-9837-4345-BBD6-60402E20CE04}" type="parTrans" cxnId="{6E3494A8-5BA4-4729-9BF6-BDD4F90794BA}">
      <dgm:prSet/>
      <dgm:spPr/>
      <dgm:t>
        <a:bodyPr/>
        <a:lstStyle/>
        <a:p>
          <a:endParaRPr lang="en-US"/>
        </a:p>
      </dgm:t>
    </dgm:pt>
    <dgm:pt modelId="{3653B708-C324-4C13-8012-BE88DA7756DF}" type="sibTrans" cxnId="{6E3494A8-5BA4-4729-9BF6-BDD4F90794BA}">
      <dgm:prSet/>
      <dgm:spPr/>
      <dgm:t>
        <a:bodyPr/>
        <a:lstStyle/>
        <a:p>
          <a:endParaRPr lang="en-US"/>
        </a:p>
      </dgm:t>
    </dgm:pt>
    <dgm:pt modelId="{3089B20D-F7A9-432D-BC3E-D161E7C8B1B1}">
      <dgm:prSet/>
      <dgm:spPr/>
      <dgm:t>
        <a:bodyPr/>
        <a:lstStyle/>
        <a:p>
          <a:r>
            <a:rPr lang="en-US" b="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Dynamic knowledge retrieval via PDFs.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6BD0F4A-1E6E-4F90-AD0C-52F5FE67E0EF}" type="parTrans" cxnId="{7460161D-97EA-48AE-AC7B-5879B1AD235E}">
      <dgm:prSet/>
      <dgm:spPr/>
      <dgm:t>
        <a:bodyPr/>
        <a:lstStyle/>
        <a:p>
          <a:endParaRPr lang="en-US"/>
        </a:p>
      </dgm:t>
    </dgm:pt>
    <dgm:pt modelId="{EDAD07F7-675C-4BE7-AF2B-A5B693437AEF}" type="sibTrans" cxnId="{7460161D-97EA-48AE-AC7B-5879B1AD235E}">
      <dgm:prSet/>
      <dgm:spPr/>
      <dgm:t>
        <a:bodyPr/>
        <a:lstStyle/>
        <a:p>
          <a:endParaRPr lang="en-US"/>
        </a:p>
      </dgm:t>
    </dgm:pt>
    <dgm:pt modelId="{9B2FB237-78A5-43BD-872E-F23897BD4DD6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Conversational interface with memory.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502342-AAB1-49D8-9C99-F96AD33D9E73}" type="parTrans" cxnId="{ED86F8E9-FF38-4CCC-8C54-A7EA0F2C0495}">
      <dgm:prSet/>
      <dgm:spPr/>
      <dgm:t>
        <a:bodyPr/>
        <a:lstStyle/>
        <a:p>
          <a:endParaRPr lang="en-US"/>
        </a:p>
      </dgm:t>
    </dgm:pt>
    <dgm:pt modelId="{66A4CB4F-81D2-4CF0-AE39-B1BC2009C7CA}" type="sibTrans" cxnId="{ED86F8E9-FF38-4CCC-8C54-A7EA0F2C0495}">
      <dgm:prSet/>
      <dgm:spPr/>
      <dgm:t>
        <a:bodyPr/>
        <a:lstStyle/>
        <a:p>
          <a:endParaRPr lang="en-US"/>
        </a:p>
      </dgm:t>
    </dgm:pt>
    <dgm:pt modelId="{83A5FB2B-947B-4424-BF09-A4E53845785F}" type="pres">
      <dgm:prSet presAssocID="{31E1E36D-B1CA-4878-B9A6-4BA21F1E8353}" presName="root" presStyleCnt="0">
        <dgm:presLayoutVars>
          <dgm:dir/>
          <dgm:resizeHandles val="exact"/>
        </dgm:presLayoutVars>
      </dgm:prSet>
      <dgm:spPr/>
    </dgm:pt>
    <dgm:pt modelId="{FA15CD6B-27FA-4056-BBEE-C3C43BACBDDE}" type="pres">
      <dgm:prSet presAssocID="{7DCFA7DD-41F8-4D00-80F3-5F5107B64C40}" presName="compNode" presStyleCnt="0"/>
      <dgm:spPr/>
    </dgm:pt>
    <dgm:pt modelId="{79B4759E-909D-4F42-8593-6EB6C908EC3D}" type="pres">
      <dgm:prSet presAssocID="{7DCFA7DD-41F8-4D00-80F3-5F5107B64C4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D1236B3-2B76-47DD-9138-C11B4C6356F6}" type="pres">
      <dgm:prSet presAssocID="{7DCFA7DD-41F8-4D00-80F3-5F5107B64C40}" presName="iconSpace" presStyleCnt="0"/>
      <dgm:spPr/>
    </dgm:pt>
    <dgm:pt modelId="{FE05A741-B0EF-4AFC-AD16-298A5706E290}" type="pres">
      <dgm:prSet presAssocID="{7DCFA7DD-41F8-4D00-80F3-5F5107B64C40}" presName="parTx" presStyleLbl="revTx" presStyleIdx="0" presStyleCnt="6">
        <dgm:presLayoutVars>
          <dgm:chMax val="0"/>
          <dgm:chPref val="0"/>
        </dgm:presLayoutVars>
      </dgm:prSet>
      <dgm:spPr/>
    </dgm:pt>
    <dgm:pt modelId="{3860FD38-06A7-4BBB-862B-7CB5EDADCDE0}" type="pres">
      <dgm:prSet presAssocID="{7DCFA7DD-41F8-4D00-80F3-5F5107B64C40}" presName="txSpace" presStyleCnt="0"/>
      <dgm:spPr/>
    </dgm:pt>
    <dgm:pt modelId="{4EF1EB3C-2231-439B-8175-BF1AF24EE228}" type="pres">
      <dgm:prSet presAssocID="{7DCFA7DD-41F8-4D00-80F3-5F5107B64C40}" presName="desTx" presStyleLbl="revTx" presStyleIdx="1" presStyleCnt="6">
        <dgm:presLayoutVars/>
      </dgm:prSet>
      <dgm:spPr/>
    </dgm:pt>
    <dgm:pt modelId="{E3371206-2E05-4CF2-8F0A-3F9145B3C41A}" type="pres">
      <dgm:prSet presAssocID="{A7C22F5C-61DF-4BA6-A279-CF056C1668F6}" presName="sibTrans" presStyleCnt="0"/>
      <dgm:spPr/>
    </dgm:pt>
    <dgm:pt modelId="{CEBA9228-47C4-4A7B-9143-9875C939FD43}" type="pres">
      <dgm:prSet presAssocID="{B0C8BED9-A068-4B30-9EC8-EE6922C15922}" presName="compNode" presStyleCnt="0"/>
      <dgm:spPr/>
    </dgm:pt>
    <dgm:pt modelId="{4CBA18C1-2C5F-4082-97FB-5718F35E49D0}" type="pres">
      <dgm:prSet presAssocID="{B0C8BED9-A068-4B30-9EC8-EE6922C1592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FD932F68-E0B6-4050-8C21-CE99A8644890}" type="pres">
      <dgm:prSet presAssocID="{B0C8BED9-A068-4B30-9EC8-EE6922C15922}" presName="iconSpace" presStyleCnt="0"/>
      <dgm:spPr/>
    </dgm:pt>
    <dgm:pt modelId="{00A5A362-BEE8-41D0-937E-DE77BD5B6AE0}" type="pres">
      <dgm:prSet presAssocID="{B0C8BED9-A068-4B30-9EC8-EE6922C15922}" presName="parTx" presStyleLbl="revTx" presStyleIdx="2" presStyleCnt="6">
        <dgm:presLayoutVars>
          <dgm:chMax val="0"/>
          <dgm:chPref val="0"/>
        </dgm:presLayoutVars>
      </dgm:prSet>
      <dgm:spPr/>
    </dgm:pt>
    <dgm:pt modelId="{7E847EB1-DFEE-446C-8881-CF115FF51440}" type="pres">
      <dgm:prSet presAssocID="{B0C8BED9-A068-4B30-9EC8-EE6922C15922}" presName="txSpace" presStyleCnt="0"/>
      <dgm:spPr/>
    </dgm:pt>
    <dgm:pt modelId="{EC997789-BCF0-486F-A717-3B758353CE9C}" type="pres">
      <dgm:prSet presAssocID="{B0C8BED9-A068-4B30-9EC8-EE6922C15922}" presName="desTx" presStyleLbl="revTx" presStyleIdx="3" presStyleCnt="6">
        <dgm:presLayoutVars/>
      </dgm:prSet>
      <dgm:spPr/>
    </dgm:pt>
    <dgm:pt modelId="{6382915F-6508-4898-9DE9-A13600984E7A}" type="pres">
      <dgm:prSet presAssocID="{A04EE96C-5B35-4016-9BA0-0BB08AA5D79D}" presName="sibTrans" presStyleCnt="0"/>
      <dgm:spPr/>
    </dgm:pt>
    <dgm:pt modelId="{1E8088BA-990A-4B1F-A9F8-7CE0B879F800}" type="pres">
      <dgm:prSet presAssocID="{0DA73EE8-B9ED-4BC1-B0B6-B0949F0FBC3A}" presName="compNode" presStyleCnt="0"/>
      <dgm:spPr/>
    </dgm:pt>
    <dgm:pt modelId="{5CC0E5F5-8E8C-44F3-9AD7-9A976CC023C4}" type="pres">
      <dgm:prSet presAssocID="{0DA73EE8-B9ED-4BC1-B0B6-B0949F0FBC3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73AFE5A-265C-4EFB-826D-1CB27A7D8F88}" type="pres">
      <dgm:prSet presAssocID="{0DA73EE8-B9ED-4BC1-B0B6-B0949F0FBC3A}" presName="iconSpace" presStyleCnt="0"/>
      <dgm:spPr/>
    </dgm:pt>
    <dgm:pt modelId="{E82A24E2-BE53-4D1C-B7E4-D55F18790A92}" type="pres">
      <dgm:prSet presAssocID="{0DA73EE8-B9ED-4BC1-B0B6-B0949F0FBC3A}" presName="parTx" presStyleLbl="revTx" presStyleIdx="4" presStyleCnt="6">
        <dgm:presLayoutVars>
          <dgm:chMax val="0"/>
          <dgm:chPref val="0"/>
        </dgm:presLayoutVars>
      </dgm:prSet>
      <dgm:spPr/>
    </dgm:pt>
    <dgm:pt modelId="{1BB78B44-38BC-4580-BDD2-7830396AEA78}" type="pres">
      <dgm:prSet presAssocID="{0DA73EE8-B9ED-4BC1-B0B6-B0949F0FBC3A}" presName="txSpace" presStyleCnt="0"/>
      <dgm:spPr/>
    </dgm:pt>
    <dgm:pt modelId="{AC41F877-3703-4DE0-A2FB-029569FB85E4}" type="pres">
      <dgm:prSet presAssocID="{0DA73EE8-B9ED-4BC1-B0B6-B0949F0FBC3A}" presName="desTx" presStyleLbl="revTx" presStyleIdx="5" presStyleCnt="6">
        <dgm:presLayoutVars/>
      </dgm:prSet>
      <dgm:spPr/>
    </dgm:pt>
  </dgm:ptLst>
  <dgm:cxnLst>
    <dgm:cxn modelId="{B1584C09-2C4C-4C61-8374-084FAB7B5162}" srcId="{B0C8BED9-A068-4B30-9EC8-EE6922C15922}" destId="{02F4BB70-B314-496D-8568-308A344E3CD9}" srcOrd="0" destOrd="0" parTransId="{E222626E-FFD5-4429-80A2-52D4CD1FADBB}" sibTransId="{A3006ABD-6E43-4F89-B654-207271658A58}"/>
    <dgm:cxn modelId="{6876450F-D079-4A3F-96E7-4C455F350C4D}" type="presOf" srcId="{7DCFA7DD-41F8-4D00-80F3-5F5107B64C40}" destId="{FE05A741-B0EF-4AFC-AD16-298A5706E290}" srcOrd="0" destOrd="0" presId="urn:microsoft.com/office/officeart/2018/5/layout/CenteredIconLabelDescriptionList"/>
    <dgm:cxn modelId="{1D466C15-9EC8-48BC-8810-20A00A4DA92E}" type="presOf" srcId="{02F4BB70-B314-496D-8568-308A344E3CD9}" destId="{EC997789-BCF0-486F-A717-3B758353CE9C}" srcOrd="0" destOrd="0" presId="urn:microsoft.com/office/officeart/2018/5/layout/CenteredIconLabelDescriptionList"/>
    <dgm:cxn modelId="{7460161D-97EA-48AE-AC7B-5879B1AD235E}" srcId="{0DA73EE8-B9ED-4BC1-B0B6-B0949F0FBC3A}" destId="{3089B20D-F7A9-432D-BC3E-D161E7C8B1B1}" srcOrd="1" destOrd="0" parTransId="{16BD0F4A-1E6E-4F90-AD0C-52F5FE67E0EF}" sibTransId="{EDAD07F7-675C-4BE7-AF2B-A5B693437AEF}"/>
    <dgm:cxn modelId="{BFFBC12C-F075-4838-A7AF-0E97B9D91BE3}" srcId="{B0C8BED9-A068-4B30-9EC8-EE6922C15922}" destId="{F3319D93-FCA2-451F-B136-32BE395B78FC}" srcOrd="1" destOrd="0" parTransId="{FD157881-99AA-4780-9195-59A2CEAE831D}" sibTransId="{887FA5EE-FE00-4B0E-9AA0-9F145E4A4293}"/>
    <dgm:cxn modelId="{7CBCD23F-410A-4500-81D6-17738F31ECBF}" srcId="{31E1E36D-B1CA-4878-B9A6-4BA21F1E8353}" destId="{B0C8BED9-A068-4B30-9EC8-EE6922C15922}" srcOrd="1" destOrd="0" parTransId="{F3C371AA-64E9-40A5-AA16-16C6D085D6D0}" sibTransId="{A04EE96C-5B35-4016-9BA0-0BB08AA5D79D}"/>
    <dgm:cxn modelId="{BC1BEF60-872B-416F-9D13-E5FBEBA58CBC}" srcId="{31E1E36D-B1CA-4878-B9A6-4BA21F1E8353}" destId="{0DA73EE8-B9ED-4BC1-B0B6-B0949F0FBC3A}" srcOrd="2" destOrd="0" parTransId="{62D40334-1202-4B92-BE6E-3A01CC9CFE94}" sibTransId="{6C98DC88-3087-4951-9DA2-1A74FB1ED416}"/>
    <dgm:cxn modelId="{062BD445-137F-4BC0-9E57-5CCB036317BF}" type="presOf" srcId="{F3319D93-FCA2-451F-B136-32BE395B78FC}" destId="{EC997789-BCF0-486F-A717-3B758353CE9C}" srcOrd="0" destOrd="1" presId="urn:microsoft.com/office/officeart/2018/5/layout/CenteredIconLabelDescriptionList"/>
    <dgm:cxn modelId="{7799436B-51AD-44B2-9F9F-78B297E828C0}" type="presOf" srcId="{939AD296-A856-465C-9B38-72E6F4654439}" destId="{AC41F877-3703-4DE0-A2FB-029569FB85E4}" srcOrd="0" destOrd="0" presId="urn:microsoft.com/office/officeart/2018/5/layout/CenteredIconLabelDescriptionList"/>
    <dgm:cxn modelId="{BB8CF958-37A5-4DEE-936E-B9F5E93F494E}" srcId="{31E1E36D-B1CA-4878-B9A6-4BA21F1E8353}" destId="{7DCFA7DD-41F8-4D00-80F3-5F5107B64C40}" srcOrd="0" destOrd="0" parTransId="{2F43ECC6-BD10-4F5D-88F9-E7F19D47506E}" sibTransId="{A7C22F5C-61DF-4BA6-A279-CF056C1668F6}"/>
    <dgm:cxn modelId="{DB05CF82-3BE2-4EF0-B0C5-E7F0C12A9C79}" type="presOf" srcId="{0DA73EE8-B9ED-4BC1-B0B6-B0949F0FBC3A}" destId="{E82A24E2-BE53-4D1C-B7E4-D55F18790A92}" srcOrd="0" destOrd="0" presId="urn:microsoft.com/office/officeart/2018/5/layout/CenteredIconLabelDescriptionList"/>
    <dgm:cxn modelId="{7CA66384-6CF2-40CD-9880-399A49A115A2}" type="presOf" srcId="{3089B20D-F7A9-432D-BC3E-D161E7C8B1B1}" destId="{AC41F877-3703-4DE0-A2FB-029569FB85E4}" srcOrd="0" destOrd="1" presId="urn:microsoft.com/office/officeart/2018/5/layout/CenteredIconLabelDescriptionList"/>
    <dgm:cxn modelId="{DF83E889-97A7-4CA3-936F-46DD5F11C868}" srcId="{7DCFA7DD-41F8-4D00-80F3-5F5107B64C40}" destId="{ABAE82E7-96A8-41FB-83C6-C5C0635016A1}" srcOrd="1" destOrd="0" parTransId="{A8423448-A0D5-445F-B082-39F312BC0EFC}" sibTransId="{05C9CF76-62C6-461B-8C19-45A4407CACB0}"/>
    <dgm:cxn modelId="{50151B8B-46E8-4C37-A6FB-9B1540DCC842}" type="presOf" srcId="{9B2FB237-78A5-43BD-872E-F23897BD4DD6}" destId="{AC41F877-3703-4DE0-A2FB-029569FB85E4}" srcOrd="0" destOrd="2" presId="urn:microsoft.com/office/officeart/2018/5/layout/CenteredIconLabelDescriptionList"/>
    <dgm:cxn modelId="{6E3494A8-5BA4-4729-9BF6-BDD4F90794BA}" srcId="{0DA73EE8-B9ED-4BC1-B0B6-B0949F0FBC3A}" destId="{939AD296-A856-465C-9B38-72E6F4654439}" srcOrd="0" destOrd="0" parTransId="{233F8359-9837-4345-BBD6-60402E20CE04}" sibTransId="{3653B708-C324-4C13-8012-BE88DA7756DF}"/>
    <dgm:cxn modelId="{10A89FB1-B6DC-42D4-9432-1D9A20373E4E}" type="presOf" srcId="{31E1E36D-B1CA-4878-B9A6-4BA21F1E8353}" destId="{83A5FB2B-947B-4424-BF09-A4E53845785F}" srcOrd="0" destOrd="0" presId="urn:microsoft.com/office/officeart/2018/5/layout/CenteredIconLabelDescriptionList"/>
    <dgm:cxn modelId="{EEF023BC-2F38-4CBC-8743-2E208071BF7B}" type="presOf" srcId="{ABAE82E7-96A8-41FB-83C6-C5C0635016A1}" destId="{4EF1EB3C-2231-439B-8175-BF1AF24EE228}" srcOrd="0" destOrd="1" presId="urn:microsoft.com/office/officeart/2018/5/layout/CenteredIconLabelDescriptionList"/>
    <dgm:cxn modelId="{AD03CAC6-9ED2-4F84-A814-2632F55EFC6D}" srcId="{7DCFA7DD-41F8-4D00-80F3-5F5107B64C40}" destId="{F08CAE10-B801-4498-AB03-358CABD6CF9C}" srcOrd="0" destOrd="0" parTransId="{B0DC3993-FEDD-4412-A75C-53B274895A88}" sibTransId="{A7D2287A-DAD3-4327-84A4-B06CEF8D0AD9}"/>
    <dgm:cxn modelId="{0E6A2DE2-BB30-4373-B2B8-A70F4CB3E82F}" type="presOf" srcId="{F08CAE10-B801-4498-AB03-358CABD6CF9C}" destId="{4EF1EB3C-2231-439B-8175-BF1AF24EE228}" srcOrd="0" destOrd="0" presId="urn:microsoft.com/office/officeart/2018/5/layout/CenteredIconLabelDescriptionList"/>
    <dgm:cxn modelId="{ED86F8E9-FF38-4CCC-8C54-A7EA0F2C0495}" srcId="{0DA73EE8-B9ED-4BC1-B0B6-B0949F0FBC3A}" destId="{9B2FB237-78A5-43BD-872E-F23897BD4DD6}" srcOrd="2" destOrd="0" parTransId="{35502342-AAB1-49D8-9C99-F96AD33D9E73}" sibTransId="{66A4CB4F-81D2-4CF0-AE39-B1BC2009C7CA}"/>
    <dgm:cxn modelId="{4911B0F2-0BD1-4720-B7D7-1E7DA478386B}" type="presOf" srcId="{B0C8BED9-A068-4B30-9EC8-EE6922C15922}" destId="{00A5A362-BEE8-41D0-937E-DE77BD5B6AE0}" srcOrd="0" destOrd="0" presId="urn:microsoft.com/office/officeart/2018/5/layout/CenteredIconLabelDescriptionList"/>
    <dgm:cxn modelId="{1F45B9B7-BFE7-4FF6-92B9-8D33CEE13AEF}" type="presParOf" srcId="{83A5FB2B-947B-4424-BF09-A4E53845785F}" destId="{FA15CD6B-27FA-4056-BBEE-C3C43BACBDDE}" srcOrd="0" destOrd="0" presId="urn:microsoft.com/office/officeart/2018/5/layout/CenteredIconLabelDescriptionList"/>
    <dgm:cxn modelId="{399F76B2-AE4C-439A-A479-C748B89E80AE}" type="presParOf" srcId="{FA15CD6B-27FA-4056-BBEE-C3C43BACBDDE}" destId="{79B4759E-909D-4F42-8593-6EB6C908EC3D}" srcOrd="0" destOrd="0" presId="urn:microsoft.com/office/officeart/2018/5/layout/CenteredIconLabelDescriptionList"/>
    <dgm:cxn modelId="{89E05F9B-83CF-4102-9C33-8F3AC496276C}" type="presParOf" srcId="{FA15CD6B-27FA-4056-BBEE-C3C43BACBDDE}" destId="{0D1236B3-2B76-47DD-9138-C11B4C6356F6}" srcOrd="1" destOrd="0" presId="urn:microsoft.com/office/officeart/2018/5/layout/CenteredIconLabelDescriptionList"/>
    <dgm:cxn modelId="{88C44EA2-99B0-4D4F-B170-43AD7D230C0E}" type="presParOf" srcId="{FA15CD6B-27FA-4056-BBEE-C3C43BACBDDE}" destId="{FE05A741-B0EF-4AFC-AD16-298A5706E290}" srcOrd="2" destOrd="0" presId="urn:microsoft.com/office/officeart/2018/5/layout/CenteredIconLabelDescriptionList"/>
    <dgm:cxn modelId="{1689DBD0-0450-4D18-87FB-395A280F942F}" type="presParOf" srcId="{FA15CD6B-27FA-4056-BBEE-C3C43BACBDDE}" destId="{3860FD38-06A7-4BBB-862B-7CB5EDADCDE0}" srcOrd="3" destOrd="0" presId="urn:microsoft.com/office/officeart/2018/5/layout/CenteredIconLabelDescriptionList"/>
    <dgm:cxn modelId="{A709834C-9A99-426D-B238-5951F89A24B4}" type="presParOf" srcId="{FA15CD6B-27FA-4056-BBEE-C3C43BACBDDE}" destId="{4EF1EB3C-2231-439B-8175-BF1AF24EE228}" srcOrd="4" destOrd="0" presId="urn:microsoft.com/office/officeart/2018/5/layout/CenteredIconLabelDescriptionList"/>
    <dgm:cxn modelId="{C812C73E-DE35-4448-922D-5BE4A8E010A2}" type="presParOf" srcId="{83A5FB2B-947B-4424-BF09-A4E53845785F}" destId="{E3371206-2E05-4CF2-8F0A-3F9145B3C41A}" srcOrd="1" destOrd="0" presId="urn:microsoft.com/office/officeart/2018/5/layout/CenteredIconLabelDescriptionList"/>
    <dgm:cxn modelId="{C547FFC5-2217-46DC-AF95-A0E5E9EBEC18}" type="presParOf" srcId="{83A5FB2B-947B-4424-BF09-A4E53845785F}" destId="{CEBA9228-47C4-4A7B-9143-9875C939FD43}" srcOrd="2" destOrd="0" presId="urn:microsoft.com/office/officeart/2018/5/layout/CenteredIconLabelDescriptionList"/>
    <dgm:cxn modelId="{8D96C166-FB81-471B-B7E7-3B180AD82FEE}" type="presParOf" srcId="{CEBA9228-47C4-4A7B-9143-9875C939FD43}" destId="{4CBA18C1-2C5F-4082-97FB-5718F35E49D0}" srcOrd="0" destOrd="0" presId="urn:microsoft.com/office/officeart/2018/5/layout/CenteredIconLabelDescriptionList"/>
    <dgm:cxn modelId="{892D78BC-EA68-43D3-961B-7626F50042C0}" type="presParOf" srcId="{CEBA9228-47C4-4A7B-9143-9875C939FD43}" destId="{FD932F68-E0B6-4050-8C21-CE99A8644890}" srcOrd="1" destOrd="0" presId="urn:microsoft.com/office/officeart/2018/5/layout/CenteredIconLabelDescriptionList"/>
    <dgm:cxn modelId="{99AB0533-D088-466E-8977-78B3C2E64A26}" type="presParOf" srcId="{CEBA9228-47C4-4A7B-9143-9875C939FD43}" destId="{00A5A362-BEE8-41D0-937E-DE77BD5B6AE0}" srcOrd="2" destOrd="0" presId="urn:microsoft.com/office/officeart/2018/5/layout/CenteredIconLabelDescriptionList"/>
    <dgm:cxn modelId="{8E59B40D-BFC7-4F71-8557-095609F01426}" type="presParOf" srcId="{CEBA9228-47C4-4A7B-9143-9875C939FD43}" destId="{7E847EB1-DFEE-446C-8881-CF115FF51440}" srcOrd="3" destOrd="0" presId="urn:microsoft.com/office/officeart/2018/5/layout/CenteredIconLabelDescriptionList"/>
    <dgm:cxn modelId="{7FA6264D-D9E8-42B9-8534-47FDCDDDE35D}" type="presParOf" srcId="{CEBA9228-47C4-4A7B-9143-9875C939FD43}" destId="{EC997789-BCF0-486F-A717-3B758353CE9C}" srcOrd="4" destOrd="0" presId="urn:microsoft.com/office/officeart/2018/5/layout/CenteredIconLabelDescriptionList"/>
    <dgm:cxn modelId="{892F9427-E6C9-490A-A742-8E09C79AC50E}" type="presParOf" srcId="{83A5FB2B-947B-4424-BF09-A4E53845785F}" destId="{6382915F-6508-4898-9DE9-A13600984E7A}" srcOrd="3" destOrd="0" presId="urn:microsoft.com/office/officeart/2018/5/layout/CenteredIconLabelDescriptionList"/>
    <dgm:cxn modelId="{FBB4ED6C-C88B-4702-94C8-3C37B6F238EB}" type="presParOf" srcId="{83A5FB2B-947B-4424-BF09-A4E53845785F}" destId="{1E8088BA-990A-4B1F-A9F8-7CE0B879F800}" srcOrd="4" destOrd="0" presId="urn:microsoft.com/office/officeart/2018/5/layout/CenteredIconLabelDescriptionList"/>
    <dgm:cxn modelId="{F94E6E9C-8C99-4725-BC50-A1E70DAF297B}" type="presParOf" srcId="{1E8088BA-990A-4B1F-A9F8-7CE0B879F800}" destId="{5CC0E5F5-8E8C-44F3-9AD7-9A976CC023C4}" srcOrd="0" destOrd="0" presId="urn:microsoft.com/office/officeart/2018/5/layout/CenteredIconLabelDescriptionList"/>
    <dgm:cxn modelId="{BF31806B-5684-4C36-BF35-EF17690D3AA2}" type="presParOf" srcId="{1E8088BA-990A-4B1F-A9F8-7CE0B879F800}" destId="{973AFE5A-265C-4EFB-826D-1CB27A7D8F88}" srcOrd="1" destOrd="0" presId="urn:microsoft.com/office/officeart/2018/5/layout/CenteredIconLabelDescriptionList"/>
    <dgm:cxn modelId="{3589E22E-31E1-443B-BAA0-3E0D97A69456}" type="presParOf" srcId="{1E8088BA-990A-4B1F-A9F8-7CE0B879F800}" destId="{E82A24E2-BE53-4D1C-B7E4-D55F18790A92}" srcOrd="2" destOrd="0" presId="urn:microsoft.com/office/officeart/2018/5/layout/CenteredIconLabelDescriptionList"/>
    <dgm:cxn modelId="{2FA7F994-90AF-4A71-B36C-A9F0100F88EA}" type="presParOf" srcId="{1E8088BA-990A-4B1F-A9F8-7CE0B879F800}" destId="{1BB78B44-38BC-4580-BDD2-7830396AEA78}" srcOrd="3" destOrd="0" presId="urn:microsoft.com/office/officeart/2018/5/layout/CenteredIconLabelDescriptionList"/>
    <dgm:cxn modelId="{E6C440F0-7DC2-48B4-8329-CCCFC0C8BEFB}" type="presParOf" srcId="{1E8088BA-990A-4B1F-A9F8-7CE0B879F800}" destId="{AC41F877-3703-4DE0-A2FB-029569FB85E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A17F31-9DD2-4200-AE86-DC257A62549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A93F5C0-528B-4EE9-8E5F-43D18982EF67}">
      <dgm:prSet/>
      <dgm:spPr/>
      <dgm:t>
        <a:bodyPr/>
        <a:lstStyle/>
        <a:p>
          <a:r>
            <a:rPr lang="en-US" b="1" i="0" baseline="0"/>
            <a:t>Preprocessing:</a:t>
          </a:r>
          <a:endParaRPr lang="en-US"/>
        </a:p>
      </dgm:t>
    </dgm:pt>
    <dgm:pt modelId="{424A8625-52BC-4980-A3A6-1AE12320430A}" type="parTrans" cxnId="{53AF6716-C4E4-4CA1-A9B5-08EBE62DF217}">
      <dgm:prSet/>
      <dgm:spPr/>
      <dgm:t>
        <a:bodyPr/>
        <a:lstStyle/>
        <a:p>
          <a:endParaRPr lang="en-US"/>
        </a:p>
      </dgm:t>
    </dgm:pt>
    <dgm:pt modelId="{C7A3157A-3CA7-42CF-A8BB-3FBD5B4585EB}" type="sibTrans" cxnId="{53AF6716-C4E4-4CA1-A9B5-08EBE62DF217}">
      <dgm:prSet/>
      <dgm:spPr/>
      <dgm:t>
        <a:bodyPr/>
        <a:lstStyle/>
        <a:p>
          <a:endParaRPr lang="en-US"/>
        </a:p>
      </dgm:t>
    </dgm:pt>
    <dgm:pt modelId="{86062344-2D43-4507-8F4D-76FCD7BC165B}">
      <dgm:prSet/>
      <dgm:spPr/>
      <dgm:t>
        <a:bodyPr/>
        <a:lstStyle/>
        <a:p>
          <a:r>
            <a:rPr lang="en-US" b="1" i="0" baseline="0"/>
            <a:t>Resize:</a:t>
          </a:r>
          <a:r>
            <a:rPr lang="en-US" b="0" i="0" baseline="0"/>
            <a:t> All images resized to 224x224 pixels (ResNet-50 input standard).</a:t>
          </a:r>
          <a:endParaRPr lang="en-US"/>
        </a:p>
      </dgm:t>
    </dgm:pt>
    <dgm:pt modelId="{1B81F341-B822-45C8-A9B4-3A27A9BFD52A}" type="parTrans" cxnId="{EA5F9CAF-9974-48BD-A21F-72513A95D1C7}">
      <dgm:prSet/>
      <dgm:spPr/>
      <dgm:t>
        <a:bodyPr/>
        <a:lstStyle/>
        <a:p>
          <a:endParaRPr lang="en-US"/>
        </a:p>
      </dgm:t>
    </dgm:pt>
    <dgm:pt modelId="{A10CC4DD-0D8D-43FC-A822-593D9DA75147}" type="sibTrans" cxnId="{EA5F9CAF-9974-48BD-A21F-72513A95D1C7}">
      <dgm:prSet/>
      <dgm:spPr/>
      <dgm:t>
        <a:bodyPr/>
        <a:lstStyle/>
        <a:p>
          <a:endParaRPr lang="en-US"/>
        </a:p>
      </dgm:t>
    </dgm:pt>
    <dgm:pt modelId="{5D241A09-A73C-4586-A65C-16D338760301}">
      <dgm:prSet/>
      <dgm:spPr/>
      <dgm:t>
        <a:bodyPr/>
        <a:lstStyle/>
        <a:p>
          <a:r>
            <a:rPr lang="en-US" b="1" i="0" baseline="0"/>
            <a:t>Normalization:</a:t>
          </a:r>
          <a:r>
            <a:rPr lang="en-US" b="0" i="0" baseline="0"/>
            <a:t> Applied ImageNet statistics:</a:t>
          </a:r>
          <a:endParaRPr lang="en-US"/>
        </a:p>
      </dgm:t>
    </dgm:pt>
    <dgm:pt modelId="{B3842EA1-873F-48F5-9862-268941A103D9}" type="parTrans" cxnId="{5B84694C-E7B7-43C3-B1A1-C8449C0D404F}">
      <dgm:prSet/>
      <dgm:spPr/>
      <dgm:t>
        <a:bodyPr/>
        <a:lstStyle/>
        <a:p>
          <a:endParaRPr lang="en-US"/>
        </a:p>
      </dgm:t>
    </dgm:pt>
    <dgm:pt modelId="{53482439-5F50-4AEB-8CC7-1B24DD9E949B}" type="sibTrans" cxnId="{5B84694C-E7B7-43C3-B1A1-C8449C0D404F}">
      <dgm:prSet/>
      <dgm:spPr/>
      <dgm:t>
        <a:bodyPr/>
        <a:lstStyle/>
        <a:p>
          <a:endParaRPr lang="en-US"/>
        </a:p>
      </dgm:t>
    </dgm:pt>
    <dgm:pt modelId="{D27C7A5C-466E-4507-9B9E-03FD627A16C3}">
      <dgm:prSet/>
      <dgm:spPr/>
      <dgm:t>
        <a:bodyPr/>
        <a:lstStyle/>
        <a:p>
          <a:r>
            <a:rPr lang="en-US" b="0" i="0" baseline="0"/>
            <a:t>Mean (μ) = [0.485, 0.456, 0.406] </a:t>
          </a:r>
          <a:endParaRPr lang="en-US"/>
        </a:p>
      </dgm:t>
    </dgm:pt>
    <dgm:pt modelId="{18D07744-B09C-4B8C-947F-CEDE0F36D8E2}" type="parTrans" cxnId="{BB256098-6DFD-49AD-BBF1-1A88F339253D}">
      <dgm:prSet/>
      <dgm:spPr/>
      <dgm:t>
        <a:bodyPr/>
        <a:lstStyle/>
        <a:p>
          <a:endParaRPr lang="en-US"/>
        </a:p>
      </dgm:t>
    </dgm:pt>
    <dgm:pt modelId="{1FB19229-12A1-4588-A636-EF02267C0445}" type="sibTrans" cxnId="{BB256098-6DFD-49AD-BBF1-1A88F339253D}">
      <dgm:prSet/>
      <dgm:spPr/>
      <dgm:t>
        <a:bodyPr/>
        <a:lstStyle/>
        <a:p>
          <a:endParaRPr lang="en-US"/>
        </a:p>
      </dgm:t>
    </dgm:pt>
    <dgm:pt modelId="{FB0EDE9F-6874-4F72-AA3D-F7727F91D2D1}">
      <dgm:prSet/>
      <dgm:spPr/>
      <dgm:t>
        <a:bodyPr/>
        <a:lstStyle/>
        <a:p>
          <a:r>
            <a:rPr lang="en-US" b="0" i="0" baseline="0"/>
            <a:t>Std Dev (σ) = [0.229, 0.224, 0.225] </a:t>
          </a:r>
          <a:endParaRPr lang="en-US"/>
        </a:p>
      </dgm:t>
    </dgm:pt>
    <dgm:pt modelId="{FBB4F60F-C811-4301-BA4F-A404AED5BF56}" type="parTrans" cxnId="{D6654C19-D112-4367-A48E-EEAA943CC571}">
      <dgm:prSet/>
      <dgm:spPr/>
      <dgm:t>
        <a:bodyPr/>
        <a:lstStyle/>
        <a:p>
          <a:endParaRPr lang="en-US"/>
        </a:p>
      </dgm:t>
    </dgm:pt>
    <dgm:pt modelId="{4B56D4BD-A46D-4C69-8E81-A311561A7E71}" type="sibTrans" cxnId="{D6654C19-D112-4367-A48E-EEAA943CC571}">
      <dgm:prSet/>
      <dgm:spPr/>
      <dgm:t>
        <a:bodyPr/>
        <a:lstStyle/>
        <a:p>
          <a:endParaRPr lang="en-US"/>
        </a:p>
      </dgm:t>
    </dgm:pt>
    <dgm:pt modelId="{838A2FB6-AFF0-4F74-8270-E5DB7012CCBA}">
      <dgm:prSet/>
      <dgm:spPr/>
      <dgm:t>
        <a:bodyPr/>
        <a:lstStyle/>
        <a:p>
          <a:r>
            <a:rPr lang="en-US" b="1" i="0" baseline="0"/>
            <a:t>Augmentation Strategy:</a:t>
          </a:r>
          <a:endParaRPr lang="en-US"/>
        </a:p>
      </dgm:t>
    </dgm:pt>
    <dgm:pt modelId="{4C163AB4-C00B-4657-B503-A6F4F69B2A52}" type="parTrans" cxnId="{7404A6A1-766C-407F-8167-B4EA51B3C615}">
      <dgm:prSet/>
      <dgm:spPr/>
      <dgm:t>
        <a:bodyPr/>
        <a:lstStyle/>
        <a:p>
          <a:endParaRPr lang="en-US"/>
        </a:p>
      </dgm:t>
    </dgm:pt>
    <dgm:pt modelId="{30E20ED3-D56A-4DB0-BD5F-A5DBC75E3966}" type="sibTrans" cxnId="{7404A6A1-766C-407F-8167-B4EA51B3C615}">
      <dgm:prSet/>
      <dgm:spPr/>
      <dgm:t>
        <a:bodyPr/>
        <a:lstStyle/>
        <a:p>
          <a:endParaRPr lang="en-US"/>
        </a:p>
      </dgm:t>
    </dgm:pt>
    <dgm:pt modelId="{3102D1A3-FEC1-47A0-B33E-CD318F6E441C}">
      <dgm:prSet/>
      <dgm:spPr/>
      <dgm:t>
        <a:bodyPr/>
        <a:lstStyle/>
        <a:p>
          <a:r>
            <a:rPr lang="en-US" b="0" i="0" baseline="0"/>
            <a:t>Random rotation (±15°).</a:t>
          </a:r>
          <a:endParaRPr lang="en-US"/>
        </a:p>
      </dgm:t>
    </dgm:pt>
    <dgm:pt modelId="{BB5AF736-0DF3-4C28-A417-400F9FDF9062}" type="parTrans" cxnId="{C72E0A4F-FB1E-4AAE-B707-75C22EA5D55F}">
      <dgm:prSet/>
      <dgm:spPr/>
      <dgm:t>
        <a:bodyPr/>
        <a:lstStyle/>
        <a:p>
          <a:endParaRPr lang="en-US"/>
        </a:p>
      </dgm:t>
    </dgm:pt>
    <dgm:pt modelId="{18778A1A-7408-4092-9372-30F2F86340E6}" type="sibTrans" cxnId="{C72E0A4F-FB1E-4AAE-B707-75C22EA5D55F}">
      <dgm:prSet/>
      <dgm:spPr/>
      <dgm:t>
        <a:bodyPr/>
        <a:lstStyle/>
        <a:p>
          <a:endParaRPr lang="en-US"/>
        </a:p>
      </dgm:t>
    </dgm:pt>
    <dgm:pt modelId="{4B749E13-43B4-4995-951A-FB4085AB5BA1}">
      <dgm:prSet/>
      <dgm:spPr/>
      <dgm:t>
        <a:bodyPr/>
        <a:lstStyle/>
        <a:p>
          <a:r>
            <a:rPr lang="en-US" b="0" i="0" baseline="0"/>
            <a:t>Brightness jitter (±0.2).</a:t>
          </a:r>
          <a:endParaRPr lang="en-US"/>
        </a:p>
      </dgm:t>
    </dgm:pt>
    <dgm:pt modelId="{D3200B75-F44A-4708-B434-EDA48CB167C8}" type="parTrans" cxnId="{3F9D277F-751C-4C82-8BE3-16B5D01CC315}">
      <dgm:prSet/>
      <dgm:spPr/>
      <dgm:t>
        <a:bodyPr/>
        <a:lstStyle/>
        <a:p>
          <a:endParaRPr lang="en-US"/>
        </a:p>
      </dgm:t>
    </dgm:pt>
    <dgm:pt modelId="{29580DA5-A5DA-4B45-9D9E-C67E7F096024}" type="sibTrans" cxnId="{3F9D277F-751C-4C82-8BE3-16B5D01CC315}">
      <dgm:prSet/>
      <dgm:spPr/>
      <dgm:t>
        <a:bodyPr/>
        <a:lstStyle/>
        <a:p>
          <a:endParaRPr lang="en-US"/>
        </a:p>
      </dgm:t>
    </dgm:pt>
    <dgm:pt modelId="{D256EAEB-06E0-4B22-B24A-B5D18F43AB8A}">
      <dgm:prSet/>
      <dgm:spPr/>
      <dgm:t>
        <a:bodyPr/>
        <a:lstStyle/>
        <a:p>
          <a:r>
            <a:rPr lang="en-US" b="0" i="0" baseline="0"/>
            <a:t>Horizontal flip.</a:t>
          </a:r>
          <a:endParaRPr lang="en-US"/>
        </a:p>
      </dgm:t>
    </dgm:pt>
    <dgm:pt modelId="{8260F32C-13E4-4E8D-8E54-420132901DA6}" type="parTrans" cxnId="{F27EAB91-B6E0-4F77-BEF3-D3E7C4475EAD}">
      <dgm:prSet/>
      <dgm:spPr/>
      <dgm:t>
        <a:bodyPr/>
        <a:lstStyle/>
        <a:p>
          <a:endParaRPr lang="en-US"/>
        </a:p>
      </dgm:t>
    </dgm:pt>
    <dgm:pt modelId="{3F2361D0-DF0E-480F-9613-6D251FB10BD4}" type="sibTrans" cxnId="{F27EAB91-B6E0-4F77-BEF3-D3E7C4475EAD}">
      <dgm:prSet/>
      <dgm:spPr/>
      <dgm:t>
        <a:bodyPr/>
        <a:lstStyle/>
        <a:p>
          <a:endParaRPr lang="en-US"/>
        </a:p>
      </dgm:t>
    </dgm:pt>
    <dgm:pt modelId="{798A7D1A-14CA-4D7C-808B-164CF462030A}" type="pres">
      <dgm:prSet presAssocID="{0EA17F31-9DD2-4200-AE86-DC257A62549E}" presName="root" presStyleCnt="0">
        <dgm:presLayoutVars>
          <dgm:dir/>
          <dgm:resizeHandles val="exact"/>
        </dgm:presLayoutVars>
      </dgm:prSet>
      <dgm:spPr/>
    </dgm:pt>
    <dgm:pt modelId="{12CC24BB-5CC6-41F6-9453-F757DBD57730}" type="pres">
      <dgm:prSet presAssocID="{0A93F5C0-528B-4EE9-8E5F-43D18982EF67}" presName="compNode" presStyleCnt="0"/>
      <dgm:spPr/>
    </dgm:pt>
    <dgm:pt modelId="{FFE979B4-A82E-4319-A49E-35F0F1FE2F2C}" type="pres">
      <dgm:prSet presAssocID="{0A93F5C0-528B-4EE9-8E5F-43D18982EF67}" presName="bgRect" presStyleLbl="bgShp" presStyleIdx="0" presStyleCnt="7"/>
      <dgm:spPr/>
    </dgm:pt>
    <dgm:pt modelId="{E92BBF92-2818-4941-A97A-D6BE9C4FCF1D}" type="pres">
      <dgm:prSet presAssocID="{0A93F5C0-528B-4EE9-8E5F-43D18982EF67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loons"/>
        </a:ext>
      </dgm:extLst>
    </dgm:pt>
    <dgm:pt modelId="{C6030BBA-B0D4-4745-AA86-C2E0E36D6360}" type="pres">
      <dgm:prSet presAssocID="{0A93F5C0-528B-4EE9-8E5F-43D18982EF67}" presName="spaceRect" presStyleCnt="0"/>
      <dgm:spPr/>
    </dgm:pt>
    <dgm:pt modelId="{2BB3BD1E-7281-4EF8-95C6-F8C90CEA57B1}" type="pres">
      <dgm:prSet presAssocID="{0A93F5C0-528B-4EE9-8E5F-43D18982EF67}" presName="parTx" presStyleLbl="revTx" presStyleIdx="0" presStyleCnt="8">
        <dgm:presLayoutVars>
          <dgm:chMax val="0"/>
          <dgm:chPref val="0"/>
        </dgm:presLayoutVars>
      </dgm:prSet>
      <dgm:spPr/>
    </dgm:pt>
    <dgm:pt modelId="{B536373D-44F1-4502-9BE5-EA18A12634DA}" type="pres">
      <dgm:prSet presAssocID="{C7A3157A-3CA7-42CF-A8BB-3FBD5B4585EB}" presName="sibTrans" presStyleCnt="0"/>
      <dgm:spPr/>
    </dgm:pt>
    <dgm:pt modelId="{49EFAE63-FF50-4DA3-BAAA-F298D219320F}" type="pres">
      <dgm:prSet presAssocID="{86062344-2D43-4507-8F4D-76FCD7BC165B}" presName="compNode" presStyleCnt="0"/>
      <dgm:spPr/>
    </dgm:pt>
    <dgm:pt modelId="{056F652C-F4BF-458B-A297-D80F9256D2F3}" type="pres">
      <dgm:prSet presAssocID="{86062344-2D43-4507-8F4D-76FCD7BC165B}" presName="bgRect" presStyleLbl="bgShp" presStyleIdx="1" presStyleCnt="7"/>
      <dgm:spPr/>
    </dgm:pt>
    <dgm:pt modelId="{072437DE-22BE-4D5D-9DE9-F73EC5A61F2F}" type="pres">
      <dgm:prSet presAssocID="{86062344-2D43-4507-8F4D-76FCD7BC165B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2B2AD502-09A0-4993-80AB-32AE25F7CB30}" type="pres">
      <dgm:prSet presAssocID="{86062344-2D43-4507-8F4D-76FCD7BC165B}" presName="spaceRect" presStyleCnt="0"/>
      <dgm:spPr/>
    </dgm:pt>
    <dgm:pt modelId="{917D6E6B-0BFC-4F18-9BE2-F481BCEEC32C}" type="pres">
      <dgm:prSet presAssocID="{86062344-2D43-4507-8F4D-76FCD7BC165B}" presName="parTx" presStyleLbl="revTx" presStyleIdx="1" presStyleCnt="8">
        <dgm:presLayoutVars>
          <dgm:chMax val="0"/>
          <dgm:chPref val="0"/>
        </dgm:presLayoutVars>
      </dgm:prSet>
      <dgm:spPr/>
    </dgm:pt>
    <dgm:pt modelId="{04FCCA97-A550-48EF-9909-4FF0FF0B165E}" type="pres">
      <dgm:prSet presAssocID="{A10CC4DD-0D8D-43FC-A822-593D9DA75147}" presName="sibTrans" presStyleCnt="0"/>
      <dgm:spPr/>
    </dgm:pt>
    <dgm:pt modelId="{21748E8A-C176-4154-BE4B-AE8B8875DE48}" type="pres">
      <dgm:prSet presAssocID="{5D241A09-A73C-4586-A65C-16D338760301}" presName="compNode" presStyleCnt="0"/>
      <dgm:spPr/>
    </dgm:pt>
    <dgm:pt modelId="{9528A53C-9591-4102-B9E0-DCD5BBB323AA}" type="pres">
      <dgm:prSet presAssocID="{5D241A09-A73C-4586-A65C-16D338760301}" presName="bgRect" presStyleLbl="bgShp" presStyleIdx="2" presStyleCnt="7"/>
      <dgm:spPr/>
    </dgm:pt>
    <dgm:pt modelId="{C4C56448-9375-46DF-A15B-DDE4A0C9E3D5}" type="pres">
      <dgm:prSet presAssocID="{5D241A09-A73C-4586-A65C-16D338760301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 dropper"/>
        </a:ext>
      </dgm:extLst>
    </dgm:pt>
    <dgm:pt modelId="{5E0AC843-CD38-4FEE-9302-A99BD51A4B3A}" type="pres">
      <dgm:prSet presAssocID="{5D241A09-A73C-4586-A65C-16D338760301}" presName="spaceRect" presStyleCnt="0"/>
      <dgm:spPr/>
    </dgm:pt>
    <dgm:pt modelId="{7CFB9562-928E-4B56-98E3-2CF9C29D6F84}" type="pres">
      <dgm:prSet presAssocID="{5D241A09-A73C-4586-A65C-16D338760301}" presName="parTx" presStyleLbl="revTx" presStyleIdx="2" presStyleCnt="8">
        <dgm:presLayoutVars>
          <dgm:chMax val="0"/>
          <dgm:chPref val="0"/>
        </dgm:presLayoutVars>
      </dgm:prSet>
      <dgm:spPr/>
    </dgm:pt>
    <dgm:pt modelId="{0394407A-F7CF-4BC1-8343-975F2F8169FD}" type="pres">
      <dgm:prSet presAssocID="{5D241A09-A73C-4586-A65C-16D338760301}" presName="desTx" presStyleLbl="revTx" presStyleIdx="3" presStyleCnt="8">
        <dgm:presLayoutVars/>
      </dgm:prSet>
      <dgm:spPr/>
    </dgm:pt>
    <dgm:pt modelId="{699AC440-54BD-4DCC-B6E2-3F12BA806AD5}" type="pres">
      <dgm:prSet presAssocID="{53482439-5F50-4AEB-8CC7-1B24DD9E949B}" presName="sibTrans" presStyleCnt="0"/>
      <dgm:spPr/>
    </dgm:pt>
    <dgm:pt modelId="{B726F08B-CFDC-41B8-844E-208873B9CEA3}" type="pres">
      <dgm:prSet presAssocID="{838A2FB6-AFF0-4F74-8270-E5DB7012CCBA}" presName="compNode" presStyleCnt="0"/>
      <dgm:spPr/>
    </dgm:pt>
    <dgm:pt modelId="{91DEDC8C-9C6E-4FFD-B361-A0550A09D396}" type="pres">
      <dgm:prSet presAssocID="{838A2FB6-AFF0-4F74-8270-E5DB7012CCBA}" presName="bgRect" presStyleLbl="bgShp" presStyleIdx="3" presStyleCnt="7"/>
      <dgm:spPr/>
    </dgm:pt>
    <dgm:pt modelId="{39231D20-FB7B-4F14-9C14-D89A5C6B60FB}" type="pres">
      <dgm:prSet presAssocID="{838A2FB6-AFF0-4F74-8270-E5DB7012CCBA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loon Animal"/>
        </a:ext>
      </dgm:extLst>
    </dgm:pt>
    <dgm:pt modelId="{61816BEF-461B-4A63-92A8-4B009394706F}" type="pres">
      <dgm:prSet presAssocID="{838A2FB6-AFF0-4F74-8270-E5DB7012CCBA}" presName="spaceRect" presStyleCnt="0"/>
      <dgm:spPr/>
    </dgm:pt>
    <dgm:pt modelId="{12BA42D2-7FBF-4CEF-A2FC-3E4BCC80FDEF}" type="pres">
      <dgm:prSet presAssocID="{838A2FB6-AFF0-4F74-8270-E5DB7012CCBA}" presName="parTx" presStyleLbl="revTx" presStyleIdx="4" presStyleCnt="8">
        <dgm:presLayoutVars>
          <dgm:chMax val="0"/>
          <dgm:chPref val="0"/>
        </dgm:presLayoutVars>
      </dgm:prSet>
      <dgm:spPr/>
    </dgm:pt>
    <dgm:pt modelId="{DB11B76D-40F8-4344-8C3F-0D722F42D740}" type="pres">
      <dgm:prSet presAssocID="{30E20ED3-D56A-4DB0-BD5F-A5DBC75E3966}" presName="sibTrans" presStyleCnt="0"/>
      <dgm:spPr/>
    </dgm:pt>
    <dgm:pt modelId="{4A62C28C-7A8F-43C2-9733-0EE52F724887}" type="pres">
      <dgm:prSet presAssocID="{3102D1A3-FEC1-47A0-B33E-CD318F6E441C}" presName="compNode" presStyleCnt="0"/>
      <dgm:spPr/>
    </dgm:pt>
    <dgm:pt modelId="{98B431FC-07BE-43F3-AEB8-0F176C4582A4}" type="pres">
      <dgm:prSet presAssocID="{3102D1A3-FEC1-47A0-B33E-CD318F6E441C}" presName="bgRect" presStyleLbl="bgShp" presStyleIdx="4" presStyleCnt="7"/>
      <dgm:spPr/>
    </dgm:pt>
    <dgm:pt modelId="{478C0F46-0203-4134-B475-4170BB43EE04}" type="pres">
      <dgm:prSet presAssocID="{3102D1A3-FEC1-47A0-B33E-CD318F6E441C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D8FDED0B-D8F1-4908-A075-9EF75FAFB812}" type="pres">
      <dgm:prSet presAssocID="{3102D1A3-FEC1-47A0-B33E-CD318F6E441C}" presName="spaceRect" presStyleCnt="0"/>
      <dgm:spPr/>
    </dgm:pt>
    <dgm:pt modelId="{E1E1C305-D2F7-4F19-91DE-B591C854CD95}" type="pres">
      <dgm:prSet presAssocID="{3102D1A3-FEC1-47A0-B33E-CD318F6E441C}" presName="parTx" presStyleLbl="revTx" presStyleIdx="5" presStyleCnt="8">
        <dgm:presLayoutVars>
          <dgm:chMax val="0"/>
          <dgm:chPref val="0"/>
        </dgm:presLayoutVars>
      </dgm:prSet>
      <dgm:spPr/>
    </dgm:pt>
    <dgm:pt modelId="{9B2FCF5C-0EDD-4277-B60E-D0D4E30D6045}" type="pres">
      <dgm:prSet presAssocID="{18778A1A-7408-4092-9372-30F2F86340E6}" presName="sibTrans" presStyleCnt="0"/>
      <dgm:spPr/>
    </dgm:pt>
    <dgm:pt modelId="{D711685F-0D49-43BC-83CF-A1A3D3D38374}" type="pres">
      <dgm:prSet presAssocID="{4B749E13-43B4-4995-951A-FB4085AB5BA1}" presName="compNode" presStyleCnt="0"/>
      <dgm:spPr/>
    </dgm:pt>
    <dgm:pt modelId="{2DEB0E30-399C-4920-BB88-5FC94EAC9662}" type="pres">
      <dgm:prSet presAssocID="{4B749E13-43B4-4995-951A-FB4085AB5BA1}" presName="bgRect" presStyleLbl="bgShp" presStyleIdx="5" presStyleCnt="7"/>
      <dgm:spPr/>
    </dgm:pt>
    <dgm:pt modelId="{2D30A27F-D960-4411-AAAF-271B4DE9E0E0}" type="pres">
      <dgm:prSet presAssocID="{4B749E13-43B4-4995-951A-FB4085AB5BA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ce"/>
        </a:ext>
      </dgm:extLst>
    </dgm:pt>
    <dgm:pt modelId="{27558F2E-1FF6-4049-90F2-1C1FF2C48A00}" type="pres">
      <dgm:prSet presAssocID="{4B749E13-43B4-4995-951A-FB4085AB5BA1}" presName="spaceRect" presStyleCnt="0"/>
      <dgm:spPr/>
    </dgm:pt>
    <dgm:pt modelId="{3CE48E05-FCCA-421E-AD42-146530C018C8}" type="pres">
      <dgm:prSet presAssocID="{4B749E13-43B4-4995-951A-FB4085AB5BA1}" presName="parTx" presStyleLbl="revTx" presStyleIdx="6" presStyleCnt="8">
        <dgm:presLayoutVars>
          <dgm:chMax val="0"/>
          <dgm:chPref val="0"/>
        </dgm:presLayoutVars>
      </dgm:prSet>
      <dgm:spPr/>
    </dgm:pt>
    <dgm:pt modelId="{FB35C26C-DC07-4253-A484-33A0FCC93B5C}" type="pres">
      <dgm:prSet presAssocID="{29580DA5-A5DA-4B45-9D9E-C67E7F096024}" presName="sibTrans" presStyleCnt="0"/>
      <dgm:spPr/>
    </dgm:pt>
    <dgm:pt modelId="{26050C17-98B6-400D-ACEF-1B9E2215CD0F}" type="pres">
      <dgm:prSet presAssocID="{D256EAEB-06E0-4B22-B24A-B5D18F43AB8A}" presName="compNode" presStyleCnt="0"/>
      <dgm:spPr/>
    </dgm:pt>
    <dgm:pt modelId="{BF56FC7C-AB01-48A9-9719-6DBF1FA50B6F}" type="pres">
      <dgm:prSet presAssocID="{D256EAEB-06E0-4B22-B24A-B5D18F43AB8A}" presName="bgRect" presStyleLbl="bgShp" presStyleIdx="6" presStyleCnt="7"/>
      <dgm:spPr/>
    </dgm:pt>
    <dgm:pt modelId="{DB02D8A8-34CF-42E7-A52F-B9FD7491815F}" type="pres">
      <dgm:prSet presAssocID="{D256EAEB-06E0-4B22-B24A-B5D18F43AB8A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s"/>
        </a:ext>
      </dgm:extLst>
    </dgm:pt>
    <dgm:pt modelId="{D57A861D-A40E-4236-BFB0-0E4683E8325F}" type="pres">
      <dgm:prSet presAssocID="{D256EAEB-06E0-4B22-B24A-B5D18F43AB8A}" presName="spaceRect" presStyleCnt="0"/>
      <dgm:spPr/>
    </dgm:pt>
    <dgm:pt modelId="{2C21A6F3-EA48-49B9-9329-CC1CE5A612B3}" type="pres">
      <dgm:prSet presAssocID="{D256EAEB-06E0-4B22-B24A-B5D18F43AB8A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3F753015-5B10-4264-B473-BFC1ED53E074}" type="presOf" srcId="{D27C7A5C-466E-4507-9B9E-03FD627A16C3}" destId="{0394407A-F7CF-4BC1-8343-975F2F8169FD}" srcOrd="0" destOrd="0" presId="urn:microsoft.com/office/officeart/2018/2/layout/IconVerticalSolidList"/>
    <dgm:cxn modelId="{53AF6716-C4E4-4CA1-A9B5-08EBE62DF217}" srcId="{0EA17F31-9DD2-4200-AE86-DC257A62549E}" destId="{0A93F5C0-528B-4EE9-8E5F-43D18982EF67}" srcOrd="0" destOrd="0" parTransId="{424A8625-52BC-4980-A3A6-1AE12320430A}" sibTransId="{C7A3157A-3CA7-42CF-A8BB-3FBD5B4585EB}"/>
    <dgm:cxn modelId="{D6654C19-D112-4367-A48E-EEAA943CC571}" srcId="{5D241A09-A73C-4586-A65C-16D338760301}" destId="{FB0EDE9F-6874-4F72-AA3D-F7727F91D2D1}" srcOrd="1" destOrd="0" parTransId="{FBB4F60F-C811-4301-BA4F-A404AED5BF56}" sibTransId="{4B56D4BD-A46D-4C69-8E81-A311561A7E71}"/>
    <dgm:cxn modelId="{22093E27-3D6E-4A5C-A4E9-D52E53CEC6B0}" type="presOf" srcId="{4B749E13-43B4-4995-951A-FB4085AB5BA1}" destId="{3CE48E05-FCCA-421E-AD42-146530C018C8}" srcOrd="0" destOrd="0" presId="urn:microsoft.com/office/officeart/2018/2/layout/IconVerticalSolidList"/>
    <dgm:cxn modelId="{C911923F-597B-4E20-9324-1B306F426048}" type="presOf" srcId="{0A93F5C0-528B-4EE9-8E5F-43D18982EF67}" destId="{2BB3BD1E-7281-4EF8-95C6-F8C90CEA57B1}" srcOrd="0" destOrd="0" presId="urn:microsoft.com/office/officeart/2018/2/layout/IconVerticalSolidList"/>
    <dgm:cxn modelId="{EF63CB43-5AF2-418E-AC82-D49A192D98D2}" type="presOf" srcId="{3102D1A3-FEC1-47A0-B33E-CD318F6E441C}" destId="{E1E1C305-D2F7-4F19-91DE-B591C854CD95}" srcOrd="0" destOrd="0" presId="urn:microsoft.com/office/officeart/2018/2/layout/IconVerticalSolidList"/>
    <dgm:cxn modelId="{5B84694C-E7B7-43C3-B1A1-C8449C0D404F}" srcId="{0EA17F31-9DD2-4200-AE86-DC257A62549E}" destId="{5D241A09-A73C-4586-A65C-16D338760301}" srcOrd="2" destOrd="0" parTransId="{B3842EA1-873F-48F5-9862-268941A103D9}" sibTransId="{53482439-5F50-4AEB-8CC7-1B24DD9E949B}"/>
    <dgm:cxn modelId="{C72E0A4F-FB1E-4AAE-B707-75C22EA5D55F}" srcId="{0EA17F31-9DD2-4200-AE86-DC257A62549E}" destId="{3102D1A3-FEC1-47A0-B33E-CD318F6E441C}" srcOrd="4" destOrd="0" parTransId="{BB5AF736-0DF3-4C28-A417-400F9FDF9062}" sibTransId="{18778A1A-7408-4092-9372-30F2F86340E6}"/>
    <dgm:cxn modelId="{D8736852-0260-4D9C-995F-247B7BCE9F74}" type="presOf" srcId="{0EA17F31-9DD2-4200-AE86-DC257A62549E}" destId="{798A7D1A-14CA-4D7C-808B-164CF462030A}" srcOrd="0" destOrd="0" presId="urn:microsoft.com/office/officeart/2018/2/layout/IconVerticalSolidList"/>
    <dgm:cxn modelId="{3F9D277F-751C-4C82-8BE3-16B5D01CC315}" srcId="{0EA17F31-9DD2-4200-AE86-DC257A62549E}" destId="{4B749E13-43B4-4995-951A-FB4085AB5BA1}" srcOrd="5" destOrd="0" parTransId="{D3200B75-F44A-4708-B434-EDA48CB167C8}" sibTransId="{29580DA5-A5DA-4B45-9D9E-C67E7F096024}"/>
    <dgm:cxn modelId="{F27EAB91-B6E0-4F77-BEF3-D3E7C4475EAD}" srcId="{0EA17F31-9DD2-4200-AE86-DC257A62549E}" destId="{D256EAEB-06E0-4B22-B24A-B5D18F43AB8A}" srcOrd="6" destOrd="0" parTransId="{8260F32C-13E4-4E8D-8E54-420132901DA6}" sibTransId="{3F2361D0-DF0E-480F-9613-6D251FB10BD4}"/>
    <dgm:cxn modelId="{BB256098-6DFD-49AD-BBF1-1A88F339253D}" srcId="{5D241A09-A73C-4586-A65C-16D338760301}" destId="{D27C7A5C-466E-4507-9B9E-03FD627A16C3}" srcOrd="0" destOrd="0" parTransId="{18D07744-B09C-4B8C-947F-CEDE0F36D8E2}" sibTransId="{1FB19229-12A1-4588-A636-EF02267C0445}"/>
    <dgm:cxn modelId="{7404A6A1-766C-407F-8167-B4EA51B3C615}" srcId="{0EA17F31-9DD2-4200-AE86-DC257A62549E}" destId="{838A2FB6-AFF0-4F74-8270-E5DB7012CCBA}" srcOrd="3" destOrd="0" parTransId="{4C163AB4-C00B-4657-B503-A6F4F69B2A52}" sibTransId="{30E20ED3-D56A-4DB0-BD5F-A5DBC75E3966}"/>
    <dgm:cxn modelId="{EA5F9CAF-9974-48BD-A21F-72513A95D1C7}" srcId="{0EA17F31-9DD2-4200-AE86-DC257A62549E}" destId="{86062344-2D43-4507-8F4D-76FCD7BC165B}" srcOrd="1" destOrd="0" parTransId="{1B81F341-B822-45C8-A9B4-3A27A9BFD52A}" sibTransId="{A10CC4DD-0D8D-43FC-A822-593D9DA75147}"/>
    <dgm:cxn modelId="{1F77EDD9-E479-40BC-A72A-CD8971138489}" type="presOf" srcId="{FB0EDE9F-6874-4F72-AA3D-F7727F91D2D1}" destId="{0394407A-F7CF-4BC1-8343-975F2F8169FD}" srcOrd="0" destOrd="1" presId="urn:microsoft.com/office/officeart/2018/2/layout/IconVerticalSolidList"/>
    <dgm:cxn modelId="{865635E2-8F62-43EF-ACA0-148F017A4B9C}" type="presOf" srcId="{838A2FB6-AFF0-4F74-8270-E5DB7012CCBA}" destId="{12BA42D2-7FBF-4CEF-A2FC-3E4BCC80FDEF}" srcOrd="0" destOrd="0" presId="urn:microsoft.com/office/officeart/2018/2/layout/IconVerticalSolidList"/>
    <dgm:cxn modelId="{59C53DE4-23EA-4FF4-B8EB-B3E96CD164C4}" type="presOf" srcId="{86062344-2D43-4507-8F4D-76FCD7BC165B}" destId="{917D6E6B-0BFC-4F18-9BE2-F481BCEEC32C}" srcOrd="0" destOrd="0" presId="urn:microsoft.com/office/officeart/2018/2/layout/IconVerticalSolidList"/>
    <dgm:cxn modelId="{9D798FE5-F6AA-4504-B5AA-703ACE64624E}" type="presOf" srcId="{D256EAEB-06E0-4B22-B24A-B5D18F43AB8A}" destId="{2C21A6F3-EA48-49B9-9329-CC1CE5A612B3}" srcOrd="0" destOrd="0" presId="urn:microsoft.com/office/officeart/2018/2/layout/IconVerticalSolidList"/>
    <dgm:cxn modelId="{860280F4-0256-4916-9549-0253077C0428}" type="presOf" srcId="{5D241A09-A73C-4586-A65C-16D338760301}" destId="{7CFB9562-928E-4B56-98E3-2CF9C29D6F84}" srcOrd="0" destOrd="0" presId="urn:microsoft.com/office/officeart/2018/2/layout/IconVerticalSolidList"/>
    <dgm:cxn modelId="{3095FEA2-771D-469A-9576-72FE8D5F99D1}" type="presParOf" srcId="{798A7D1A-14CA-4D7C-808B-164CF462030A}" destId="{12CC24BB-5CC6-41F6-9453-F757DBD57730}" srcOrd="0" destOrd="0" presId="urn:microsoft.com/office/officeart/2018/2/layout/IconVerticalSolidList"/>
    <dgm:cxn modelId="{1DD10F02-02E1-43DD-ADA4-B316BFF85E74}" type="presParOf" srcId="{12CC24BB-5CC6-41F6-9453-F757DBD57730}" destId="{FFE979B4-A82E-4319-A49E-35F0F1FE2F2C}" srcOrd="0" destOrd="0" presId="urn:microsoft.com/office/officeart/2018/2/layout/IconVerticalSolidList"/>
    <dgm:cxn modelId="{45FA2277-10CA-44AB-ADDE-418953CDD885}" type="presParOf" srcId="{12CC24BB-5CC6-41F6-9453-F757DBD57730}" destId="{E92BBF92-2818-4941-A97A-D6BE9C4FCF1D}" srcOrd="1" destOrd="0" presId="urn:microsoft.com/office/officeart/2018/2/layout/IconVerticalSolidList"/>
    <dgm:cxn modelId="{674FB109-322D-4A22-8D00-BD3F424DC0F4}" type="presParOf" srcId="{12CC24BB-5CC6-41F6-9453-F757DBD57730}" destId="{C6030BBA-B0D4-4745-AA86-C2E0E36D6360}" srcOrd="2" destOrd="0" presId="urn:microsoft.com/office/officeart/2018/2/layout/IconVerticalSolidList"/>
    <dgm:cxn modelId="{6108295B-A219-4872-94A2-CE206C037DC0}" type="presParOf" srcId="{12CC24BB-5CC6-41F6-9453-F757DBD57730}" destId="{2BB3BD1E-7281-4EF8-95C6-F8C90CEA57B1}" srcOrd="3" destOrd="0" presId="urn:microsoft.com/office/officeart/2018/2/layout/IconVerticalSolidList"/>
    <dgm:cxn modelId="{62F3FC22-45BC-45C2-B782-2DFF9C0C124A}" type="presParOf" srcId="{798A7D1A-14CA-4D7C-808B-164CF462030A}" destId="{B536373D-44F1-4502-9BE5-EA18A12634DA}" srcOrd="1" destOrd="0" presId="urn:microsoft.com/office/officeart/2018/2/layout/IconVerticalSolidList"/>
    <dgm:cxn modelId="{1B1243BD-83B2-40E0-BE37-F5AB005E7371}" type="presParOf" srcId="{798A7D1A-14CA-4D7C-808B-164CF462030A}" destId="{49EFAE63-FF50-4DA3-BAAA-F298D219320F}" srcOrd="2" destOrd="0" presId="urn:microsoft.com/office/officeart/2018/2/layout/IconVerticalSolidList"/>
    <dgm:cxn modelId="{859A8F14-660F-48FF-917A-891999C03951}" type="presParOf" srcId="{49EFAE63-FF50-4DA3-BAAA-F298D219320F}" destId="{056F652C-F4BF-458B-A297-D80F9256D2F3}" srcOrd="0" destOrd="0" presId="urn:microsoft.com/office/officeart/2018/2/layout/IconVerticalSolidList"/>
    <dgm:cxn modelId="{FD8163E0-EBCD-4EDF-A1C3-76C14CF326E0}" type="presParOf" srcId="{49EFAE63-FF50-4DA3-BAAA-F298D219320F}" destId="{072437DE-22BE-4D5D-9DE9-F73EC5A61F2F}" srcOrd="1" destOrd="0" presId="urn:microsoft.com/office/officeart/2018/2/layout/IconVerticalSolidList"/>
    <dgm:cxn modelId="{417C28CD-66CF-415C-91D8-E99048DA4E00}" type="presParOf" srcId="{49EFAE63-FF50-4DA3-BAAA-F298D219320F}" destId="{2B2AD502-09A0-4993-80AB-32AE25F7CB30}" srcOrd="2" destOrd="0" presId="urn:microsoft.com/office/officeart/2018/2/layout/IconVerticalSolidList"/>
    <dgm:cxn modelId="{11C04857-F684-4A1E-A94D-B12C88C6F9F3}" type="presParOf" srcId="{49EFAE63-FF50-4DA3-BAAA-F298D219320F}" destId="{917D6E6B-0BFC-4F18-9BE2-F481BCEEC32C}" srcOrd="3" destOrd="0" presId="urn:microsoft.com/office/officeart/2018/2/layout/IconVerticalSolidList"/>
    <dgm:cxn modelId="{1A35BC1D-FF0D-4D1E-9D68-D3DF0255010B}" type="presParOf" srcId="{798A7D1A-14CA-4D7C-808B-164CF462030A}" destId="{04FCCA97-A550-48EF-9909-4FF0FF0B165E}" srcOrd="3" destOrd="0" presId="urn:microsoft.com/office/officeart/2018/2/layout/IconVerticalSolidList"/>
    <dgm:cxn modelId="{37D304B8-8FFE-482A-9B32-F9C3A4B2AA46}" type="presParOf" srcId="{798A7D1A-14CA-4D7C-808B-164CF462030A}" destId="{21748E8A-C176-4154-BE4B-AE8B8875DE48}" srcOrd="4" destOrd="0" presId="urn:microsoft.com/office/officeart/2018/2/layout/IconVerticalSolidList"/>
    <dgm:cxn modelId="{537962C3-5C14-4B97-ADF0-2A21A5B07E81}" type="presParOf" srcId="{21748E8A-C176-4154-BE4B-AE8B8875DE48}" destId="{9528A53C-9591-4102-B9E0-DCD5BBB323AA}" srcOrd="0" destOrd="0" presId="urn:microsoft.com/office/officeart/2018/2/layout/IconVerticalSolidList"/>
    <dgm:cxn modelId="{08C69D3D-6717-4B75-98F9-B05783EC2C56}" type="presParOf" srcId="{21748E8A-C176-4154-BE4B-AE8B8875DE48}" destId="{C4C56448-9375-46DF-A15B-DDE4A0C9E3D5}" srcOrd="1" destOrd="0" presId="urn:microsoft.com/office/officeart/2018/2/layout/IconVerticalSolidList"/>
    <dgm:cxn modelId="{EB7CB418-CC6F-48B8-B5D4-A5F5C8BD503C}" type="presParOf" srcId="{21748E8A-C176-4154-BE4B-AE8B8875DE48}" destId="{5E0AC843-CD38-4FEE-9302-A99BD51A4B3A}" srcOrd="2" destOrd="0" presId="urn:microsoft.com/office/officeart/2018/2/layout/IconVerticalSolidList"/>
    <dgm:cxn modelId="{EBD256C0-8CC4-4D01-8AB5-6A1A8DD61D8C}" type="presParOf" srcId="{21748E8A-C176-4154-BE4B-AE8B8875DE48}" destId="{7CFB9562-928E-4B56-98E3-2CF9C29D6F84}" srcOrd="3" destOrd="0" presId="urn:microsoft.com/office/officeart/2018/2/layout/IconVerticalSolidList"/>
    <dgm:cxn modelId="{E401C15A-7526-4EF3-9E13-F7FEFEC005F2}" type="presParOf" srcId="{21748E8A-C176-4154-BE4B-AE8B8875DE48}" destId="{0394407A-F7CF-4BC1-8343-975F2F8169FD}" srcOrd="4" destOrd="0" presId="urn:microsoft.com/office/officeart/2018/2/layout/IconVerticalSolidList"/>
    <dgm:cxn modelId="{CF6D9309-26BA-445E-A06B-5EFC61DC29A9}" type="presParOf" srcId="{798A7D1A-14CA-4D7C-808B-164CF462030A}" destId="{699AC440-54BD-4DCC-B6E2-3F12BA806AD5}" srcOrd="5" destOrd="0" presId="urn:microsoft.com/office/officeart/2018/2/layout/IconVerticalSolidList"/>
    <dgm:cxn modelId="{D3DC2CDF-7B4A-4B62-80AA-B93C6F8303A1}" type="presParOf" srcId="{798A7D1A-14CA-4D7C-808B-164CF462030A}" destId="{B726F08B-CFDC-41B8-844E-208873B9CEA3}" srcOrd="6" destOrd="0" presId="urn:microsoft.com/office/officeart/2018/2/layout/IconVerticalSolidList"/>
    <dgm:cxn modelId="{C96C1084-A659-4886-BD25-3018DF0570CF}" type="presParOf" srcId="{B726F08B-CFDC-41B8-844E-208873B9CEA3}" destId="{91DEDC8C-9C6E-4FFD-B361-A0550A09D396}" srcOrd="0" destOrd="0" presId="urn:microsoft.com/office/officeart/2018/2/layout/IconVerticalSolidList"/>
    <dgm:cxn modelId="{5229720F-B712-4CB6-A91E-26432331C385}" type="presParOf" srcId="{B726F08B-CFDC-41B8-844E-208873B9CEA3}" destId="{39231D20-FB7B-4F14-9C14-D89A5C6B60FB}" srcOrd="1" destOrd="0" presId="urn:microsoft.com/office/officeart/2018/2/layout/IconVerticalSolidList"/>
    <dgm:cxn modelId="{2BEA6F76-376D-48A2-8E8C-0AAD66DE14D6}" type="presParOf" srcId="{B726F08B-CFDC-41B8-844E-208873B9CEA3}" destId="{61816BEF-461B-4A63-92A8-4B009394706F}" srcOrd="2" destOrd="0" presId="urn:microsoft.com/office/officeart/2018/2/layout/IconVerticalSolidList"/>
    <dgm:cxn modelId="{3A569A39-EDB1-4E6C-AA69-2CB84C040B2C}" type="presParOf" srcId="{B726F08B-CFDC-41B8-844E-208873B9CEA3}" destId="{12BA42D2-7FBF-4CEF-A2FC-3E4BCC80FDEF}" srcOrd="3" destOrd="0" presId="urn:microsoft.com/office/officeart/2018/2/layout/IconVerticalSolidList"/>
    <dgm:cxn modelId="{89C1642F-4BF0-4E41-B32B-491F7A4146B7}" type="presParOf" srcId="{798A7D1A-14CA-4D7C-808B-164CF462030A}" destId="{DB11B76D-40F8-4344-8C3F-0D722F42D740}" srcOrd="7" destOrd="0" presId="urn:microsoft.com/office/officeart/2018/2/layout/IconVerticalSolidList"/>
    <dgm:cxn modelId="{BE579A36-8CE0-4456-8A90-4CEDCF44C08A}" type="presParOf" srcId="{798A7D1A-14CA-4D7C-808B-164CF462030A}" destId="{4A62C28C-7A8F-43C2-9733-0EE52F724887}" srcOrd="8" destOrd="0" presId="urn:microsoft.com/office/officeart/2018/2/layout/IconVerticalSolidList"/>
    <dgm:cxn modelId="{76DEFDEB-F645-4CC6-A53D-1756B8C0D29E}" type="presParOf" srcId="{4A62C28C-7A8F-43C2-9733-0EE52F724887}" destId="{98B431FC-07BE-43F3-AEB8-0F176C4582A4}" srcOrd="0" destOrd="0" presId="urn:microsoft.com/office/officeart/2018/2/layout/IconVerticalSolidList"/>
    <dgm:cxn modelId="{1DADF70A-9DAF-4E9C-973F-46A25216CB57}" type="presParOf" srcId="{4A62C28C-7A8F-43C2-9733-0EE52F724887}" destId="{478C0F46-0203-4134-B475-4170BB43EE04}" srcOrd="1" destOrd="0" presId="urn:microsoft.com/office/officeart/2018/2/layout/IconVerticalSolidList"/>
    <dgm:cxn modelId="{7EF0BD97-EC02-4D5E-8077-305EB6945F48}" type="presParOf" srcId="{4A62C28C-7A8F-43C2-9733-0EE52F724887}" destId="{D8FDED0B-D8F1-4908-A075-9EF75FAFB812}" srcOrd="2" destOrd="0" presId="urn:microsoft.com/office/officeart/2018/2/layout/IconVerticalSolidList"/>
    <dgm:cxn modelId="{B4F4B5C2-B70F-4FAB-AB7E-E4A4D83BDCD6}" type="presParOf" srcId="{4A62C28C-7A8F-43C2-9733-0EE52F724887}" destId="{E1E1C305-D2F7-4F19-91DE-B591C854CD95}" srcOrd="3" destOrd="0" presId="urn:microsoft.com/office/officeart/2018/2/layout/IconVerticalSolidList"/>
    <dgm:cxn modelId="{966612A0-6684-4B7D-84C7-37CE37825CDB}" type="presParOf" srcId="{798A7D1A-14CA-4D7C-808B-164CF462030A}" destId="{9B2FCF5C-0EDD-4277-B60E-D0D4E30D6045}" srcOrd="9" destOrd="0" presId="urn:microsoft.com/office/officeart/2018/2/layout/IconVerticalSolidList"/>
    <dgm:cxn modelId="{05B75B39-0B01-4D5B-9E5D-5237A251FA8C}" type="presParOf" srcId="{798A7D1A-14CA-4D7C-808B-164CF462030A}" destId="{D711685F-0D49-43BC-83CF-A1A3D3D38374}" srcOrd="10" destOrd="0" presId="urn:microsoft.com/office/officeart/2018/2/layout/IconVerticalSolidList"/>
    <dgm:cxn modelId="{BC7C1808-052C-481B-989C-CF3AD4D16192}" type="presParOf" srcId="{D711685F-0D49-43BC-83CF-A1A3D3D38374}" destId="{2DEB0E30-399C-4920-BB88-5FC94EAC9662}" srcOrd="0" destOrd="0" presId="urn:microsoft.com/office/officeart/2018/2/layout/IconVerticalSolidList"/>
    <dgm:cxn modelId="{3DF31E85-CD1A-4732-9C6B-F2885640E52E}" type="presParOf" srcId="{D711685F-0D49-43BC-83CF-A1A3D3D38374}" destId="{2D30A27F-D960-4411-AAAF-271B4DE9E0E0}" srcOrd="1" destOrd="0" presId="urn:microsoft.com/office/officeart/2018/2/layout/IconVerticalSolidList"/>
    <dgm:cxn modelId="{915C1ACB-B6F1-4130-8984-A57DDA5FC3F0}" type="presParOf" srcId="{D711685F-0D49-43BC-83CF-A1A3D3D38374}" destId="{27558F2E-1FF6-4049-90F2-1C1FF2C48A00}" srcOrd="2" destOrd="0" presId="urn:microsoft.com/office/officeart/2018/2/layout/IconVerticalSolidList"/>
    <dgm:cxn modelId="{D91F8513-FFDE-42E6-84FA-7AF1DE4007F0}" type="presParOf" srcId="{D711685F-0D49-43BC-83CF-A1A3D3D38374}" destId="{3CE48E05-FCCA-421E-AD42-146530C018C8}" srcOrd="3" destOrd="0" presId="urn:microsoft.com/office/officeart/2018/2/layout/IconVerticalSolidList"/>
    <dgm:cxn modelId="{616F9853-7732-495C-8A10-2087A8469B9D}" type="presParOf" srcId="{798A7D1A-14CA-4D7C-808B-164CF462030A}" destId="{FB35C26C-DC07-4253-A484-33A0FCC93B5C}" srcOrd="11" destOrd="0" presId="urn:microsoft.com/office/officeart/2018/2/layout/IconVerticalSolidList"/>
    <dgm:cxn modelId="{D13B2AC9-397C-4CB4-8023-D27AE46BAFFF}" type="presParOf" srcId="{798A7D1A-14CA-4D7C-808B-164CF462030A}" destId="{26050C17-98B6-400D-ACEF-1B9E2215CD0F}" srcOrd="12" destOrd="0" presId="urn:microsoft.com/office/officeart/2018/2/layout/IconVerticalSolidList"/>
    <dgm:cxn modelId="{6AD44E45-95B8-4714-B809-319BE6AF5272}" type="presParOf" srcId="{26050C17-98B6-400D-ACEF-1B9E2215CD0F}" destId="{BF56FC7C-AB01-48A9-9719-6DBF1FA50B6F}" srcOrd="0" destOrd="0" presId="urn:microsoft.com/office/officeart/2018/2/layout/IconVerticalSolidList"/>
    <dgm:cxn modelId="{EAC8173A-6359-41F8-8721-F26136DB93DE}" type="presParOf" srcId="{26050C17-98B6-400D-ACEF-1B9E2215CD0F}" destId="{DB02D8A8-34CF-42E7-A52F-B9FD7491815F}" srcOrd="1" destOrd="0" presId="urn:microsoft.com/office/officeart/2018/2/layout/IconVerticalSolidList"/>
    <dgm:cxn modelId="{6ECD75FD-6EB0-48F2-A1D1-8D03391959B7}" type="presParOf" srcId="{26050C17-98B6-400D-ACEF-1B9E2215CD0F}" destId="{D57A861D-A40E-4236-BFB0-0E4683E8325F}" srcOrd="2" destOrd="0" presId="urn:microsoft.com/office/officeart/2018/2/layout/IconVerticalSolidList"/>
    <dgm:cxn modelId="{EAEC3D7B-CDD3-4F1F-BA26-DDD001917603}" type="presParOf" srcId="{26050C17-98B6-400D-ACEF-1B9E2215CD0F}" destId="{2C21A6F3-EA48-49B9-9329-CC1CE5A612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A7C097-D812-4953-AA80-098C76BDCAF6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BB9CC59-67AB-4DED-AAA9-2FADAF508AE4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Vision Agent: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Autonomous reasoning to analyze images and provide confidence scores.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C27ACD-FD60-4D7D-8E8E-4032A916C542}" type="parTrans" cxnId="{29AFB0D5-4434-40D8-99BA-92709623AA1D}">
      <dgm:prSet/>
      <dgm:spPr/>
      <dgm:t>
        <a:bodyPr/>
        <a:lstStyle/>
        <a:p>
          <a:endParaRPr lang="en-US"/>
        </a:p>
      </dgm:t>
    </dgm:pt>
    <dgm:pt modelId="{1AD18476-94F9-479F-90F2-2E16C8729D0E}" type="sibTrans" cxnId="{29AFB0D5-4434-40D8-99BA-92709623AA1D}">
      <dgm:prSet/>
      <dgm:spPr/>
      <dgm:t>
        <a:bodyPr/>
        <a:lstStyle/>
        <a:p>
          <a:endParaRPr lang="en-US"/>
        </a:p>
      </dgm:t>
    </dgm:pt>
    <dgm:pt modelId="{6C0A3165-0519-42B6-BEE9-6CCCB2509294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Language Agent: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Context-aware conversational AI that handles multi-turn reasoning.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B8B001B-9196-4CA7-B495-B4FEC2990B1A}" type="parTrans" cxnId="{D76409CF-B894-448A-B63B-7DD86AEAB618}">
      <dgm:prSet/>
      <dgm:spPr/>
      <dgm:t>
        <a:bodyPr/>
        <a:lstStyle/>
        <a:p>
          <a:endParaRPr lang="en-US"/>
        </a:p>
      </dgm:t>
    </dgm:pt>
    <dgm:pt modelId="{E139E230-280E-45E3-BE57-6C351D62DA06}" type="sibTrans" cxnId="{D76409CF-B894-448A-B63B-7DD86AEAB618}">
      <dgm:prSet/>
      <dgm:spPr/>
      <dgm:t>
        <a:bodyPr/>
        <a:lstStyle/>
        <a:p>
          <a:endParaRPr lang="en-US"/>
        </a:p>
      </dgm:t>
    </dgm:pt>
    <dgm:pt modelId="{7C44F04D-D38E-478B-A67F-30D1CECB4E04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RAG Agent: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Dynamic knowledge learner that conditions the LLM on retrieved docs.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2C33F1-EF7E-4523-9E9D-9A94B4828D0E}" type="parTrans" cxnId="{0EECD5D7-4F32-4073-86B4-DD7C60C94F56}">
      <dgm:prSet/>
      <dgm:spPr/>
      <dgm:t>
        <a:bodyPr/>
        <a:lstStyle/>
        <a:p>
          <a:endParaRPr lang="en-US"/>
        </a:p>
      </dgm:t>
    </dgm:pt>
    <dgm:pt modelId="{27CDA045-46D7-4EA5-90B5-67067671A44A}" type="sibTrans" cxnId="{0EECD5D7-4F32-4073-86B4-DD7C60C94F56}">
      <dgm:prSet/>
      <dgm:spPr/>
      <dgm:t>
        <a:bodyPr/>
        <a:lstStyle/>
        <a:p>
          <a:endParaRPr lang="en-US"/>
        </a:p>
      </dgm:t>
    </dgm:pt>
    <dgm:pt modelId="{04A9D538-6982-481C-96EC-BB88805D3BD8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Orchestration Logic: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E39678-0466-4984-8A0E-B0C0090BBD47}" type="parTrans" cxnId="{3022DCFA-7145-4024-B301-43D7BCF55A64}">
      <dgm:prSet/>
      <dgm:spPr/>
      <dgm:t>
        <a:bodyPr/>
        <a:lstStyle/>
        <a:p>
          <a:endParaRPr lang="en-US"/>
        </a:p>
      </dgm:t>
    </dgm:pt>
    <dgm:pt modelId="{46FF447B-A37A-48F6-9711-61CAE5F2F448}" type="sibTrans" cxnId="{3022DCFA-7145-4024-B301-43D7BCF55A64}">
      <dgm:prSet/>
      <dgm:spPr/>
      <dgm:t>
        <a:bodyPr/>
        <a:lstStyle/>
        <a:p>
          <a:endParaRPr lang="en-US"/>
        </a:p>
      </dgm:t>
    </dgm:pt>
    <dgm:pt modelId="{8D780384-370B-408F-8923-4046829C7D37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Combine Vision Output + RAG Context + Conversation History  -&gt;  Final Response.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9F64647-A0EE-4FA0-A55F-AF0EDB3B1B11}" type="parTrans" cxnId="{8B5D40CE-2908-4F35-B0A3-D81DA29F5127}">
      <dgm:prSet/>
      <dgm:spPr/>
      <dgm:t>
        <a:bodyPr/>
        <a:lstStyle/>
        <a:p>
          <a:endParaRPr lang="en-US"/>
        </a:p>
      </dgm:t>
    </dgm:pt>
    <dgm:pt modelId="{63A443C6-92B4-4234-9B0E-6DF74FC9E29A}" type="sibTrans" cxnId="{8B5D40CE-2908-4F35-B0A3-D81DA29F5127}">
      <dgm:prSet/>
      <dgm:spPr/>
      <dgm:t>
        <a:bodyPr/>
        <a:lstStyle/>
        <a:p>
          <a:endParaRPr lang="en-US"/>
        </a:p>
      </dgm:t>
    </dgm:pt>
    <dgm:pt modelId="{A25F6A45-D0C4-4F95-AEC4-AE21ABD26AE9}" type="pres">
      <dgm:prSet presAssocID="{FCA7C097-D812-4953-AA80-098C76BDCAF6}" presName="matrix" presStyleCnt="0">
        <dgm:presLayoutVars>
          <dgm:chMax val="1"/>
          <dgm:dir/>
          <dgm:resizeHandles val="exact"/>
        </dgm:presLayoutVars>
      </dgm:prSet>
      <dgm:spPr/>
    </dgm:pt>
    <dgm:pt modelId="{A5FFD0A4-28D7-4424-BD7A-7C29DA211E17}" type="pres">
      <dgm:prSet presAssocID="{FCA7C097-D812-4953-AA80-098C76BDCAF6}" presName="diamond" presStyleLbl="bgShp" presStyleIdx="0" presStyleCnt="1"/>
      <dgm:spPr/>
    </dgm:pt>
    <dgm:pt modelId="{A45DBBD0-1EDA-4F3A-B444-74C955D00D46}" type="pres">
      <dgm:prSet presAssocID="{FCA7C097-D812-4953-AA80-098C76BDCAF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38DBB71-1B9A-4392-BCEB-E85E5DB47781}" type="pres">
      <dgm:prSet presAssocID="{FCA7C097-D812-4953-AA80-098C76BDCAF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4BCD406-024E-4234-97C7-47D8884D9ACC}" type="pres">
      <dgm:prSet presAssocID="{FCA7C097-D812-4953-AA80-098C76BDCAF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BC996EF-0A34-46A9-A8D6-87F3A0098210}" type="pres">
      <dgm:prSet presAssocID="{FCA7C097-D812-4953-AA80-098C76BDCAF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EA04C16-F4E3-481D-9AD8-C322F8896639}" type="presOf" srcId="{6C0A3165-0519-42B6-BEE9-6CCCB2509294}" destId="{C38DBB71-1B9A-4392-BCEB-E85E5DB47781}" srcOrd="0" destOrd="0" presId="urn:microsoft.com/office/officeart/2005/8/layout/matrix3"/>
    <dgm:cxn modelId="{547FDB37-996A-4DB6-9D64-93637449DBD2}" type="presOf" srcId="{DBB9CC59-67AB-4DED-AAA9-2FADAF508AE4}" destId="{A45DBBD0-1EDA-4F3A-B444-74C955D00D46}" srcOrd="0" destOrd="0" presId="urn:microsoft.com/office/officeart/2005/8/layout/matrix3"/>
    <dgm:cxn modelId="{BC38F53B-8DC0-47B1-82C5-EEB14A64A1AA}" type="presOf" srcId="{FCA7C097-D812-4953-AA80-098C76BDCAF6}" destId="{A25F6A45-D0C4-4F95-AEC4-AE21ABD26AE9}" srcOrd="0" destOrd="0" presId="urn:microsoft.com/office/officeart/2005/8/layout/matrix3"/>
    <dgm:cxn modelId="{D318D35D-5B36-40E6-A930-7D50334D7034}" type="presOf" srcId="{8D780384-370B-408F-8923-4046829C7D37}" destId="{5BC996EF-0A34-46A9-A8D6-87F3A0098210}" srcOrd="0" destOrd="1" presId="urn:microsoft.com/office/officeart/2005/8/layout/matrix3"/>
    <dgm:cxn modelId="{1C0D0643-E901-4F34-9CF5-21FD6772C91E}" type="presOf" srcId="{04A9D538-6982-481C-96EC-BB88805D3BD8}" destId="{5BC996EF-0A34-46A9-A8D6-87F3A0098210}" srcOrd="0" destOrd="0" presId="urn:microsoft.com/office/officeart/2005/8/layout/matrix3"/>
    <dgm:cxn modelId="{8B5D40CE-2908-4F35-B0A3-D81DA29F5127}" srcId="{04A9D538-6982-481C-96EC-BB88805D3BD8}" destId="{8D780384-370B-408F-8923-4046829C7D37}" srcOrd="0" destOrd="0" parTransId="{79F64647-A0EE-4FA0-A55F-AF0EDB3B1B11}" sibTransId="{63A443C6-92B4-4234-9B0E-6DF74FC9E29A}"/>
    <dgm:cxn modelId="{D76409CF-B894-448A-B63B-7DD86AEAB618}" srcId="{FCA7C097-D812-4953-AA80-098C76BDCAF6}" destId="{6C0A3165-0519-42B6-BEE9-6CCCB2509294}" srcOrd="1" destOrd="0" parTransId="{6B8B001B-9196-4CA7-B495-B4FEC2990B1A}" sibTransId="{E139E230-280E-45E3-BE57-6C351D62DA06}"/>
    <dgm:cxn modelId="{29AFB0D5-4434-40D8-99BA-92709623AA1D}" srcId="{FCA7C097-D812-4953-AA80-098C76BDCAF6}" destId="{DBB9CC59-67AB-4DED-AAA9-2FADAF508AE4}" srcOrd="0" destOrd="0" parTransId="{DCC27ACD-FD60-4D7D-8E8E-4032A916C542}" sibTransId="{1AD18476-94F9-479F-90F2-2E16C8729D0E}"/>
    <dgm:cxn modelId="{0EECD5D7-4F32-4073-86B4-DD7C60C94F56}" srcId="{FCA7C097-D812-4953-AA80-098C76BDCAF6}" destId="{7C44F04D-D38E-478B-A67F-30D1CECB4E04}" srcOrd="2" destOrd="0" parTransId="{1D2C33F1-EF7E-4523-9E9D-9A94B4828D0E}" sibTransId="{27CDA045-46D7-4EA5-90B5-67067671A44A}"/>
    <dgm:cxn modelId="{073775EC-6E6A-48A7-8ED7-648313987F83}" type="presOf" srcId="{7C44F04D-D38E-478B-A67F-30D1CECB4E04}" destId="{94BCD406-024E-4234-97C7-47D8884D9ACC}" srcOrd="0" destOrd="0" presId="urn:microsoft.com/office/officeart/2005/8/layout/matrix3"/>
    <dgm:cxn modelId="{3022DCFA-7145-4024-B301-43D7BCF55A64}" srcId="{FCA7C097-D812-4953-AA80-098C76BDCAF6}" destId="{04A9D538-6982-481C-96EC-BB88805D3BD8}" srcOrd="3" destOrd="0" parTransId="{F7E39678-0466-4984-8A0E-B0C0090BBD47}" sibTransId="{46FF447B-A37A-48F6-9711-61CAE5F2F448}"/>
    <dgm:cxn modelId="{2F3CF241-9970-49F7-9065-23BBE58E950A}" type="presParOf" srcId="{A25F6A45-D0C4-4F95-AEC4-AE21ABD26AE9}" destId="{A5FFD0A4-28D7-4424-BD7A-7C29DA211E17}" srcOrd="0" destOrd="0" presId="urn:microsoft.com/office/officeart/2005/8/layout/matrix3"/>
    <dgm:cxn modelId="{DAB0A97E-13DA-4781-B09D-E0412620F110}" type="presParOf" srcId="{A25F6A45-D0C4-4F95-AEC4-AE21ABD26AE9}" destId="{A45DBBD0-1EDA-4F3A-B444-74C955D00D46}" srcOrd="1" destOrd="0" presId="urn:microsoft.com/office/officeart/2005/8/layout/matrix3"/>
    <dgm:cxn modelId="{67C1D70C-4211-4C42-899B-FBCDD0FD13CA}" type="presParOf" srcId="{A25F6A45-D0C4-4F95-AEC4-AE21ABD26AE9}" destId="{C38DBB71-1B9A-4392-BCEB-E85E5DB47781}" srcOrd="2" destOrd="0" presId="urn:microsoft.com/office/officeart/2005/8/layout/matrix3"/>
    <dgm:cxn modelId="{BB24195C-BF69-4FAB-939B-4BF9837C26B5}" type="presParOf" srcId="{A25F6A45-D0C4-4F95-AEC4-AE21ABD26AE9}" destId="{94BCD406-024E-4234-97C7-47D8884D9ACC}" srcOrd="3" destOrd="0" presId="urn:microsoft.com/office/officeart/2005/8/layout/matrix3"/>
    <dgm:cxn modelId="{0DD767AE-31E0-48DD-BD06-DFC462303F41}" type="presParOf" srcId="{A25F6A45-D0C4-4F95-AEC4-AE21ABD26AE9}" destId="{5BC996EF-0A34-46A9-A8D6-87F3A009821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22B4ED-891F-4EB1-9ADC-879E18E60B31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7734F6D-7B6C-4366-8A72-7C8DC90E95A2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Data Split: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Stratified split - 85% Training / 15% Validation.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DD5C07-4852-4BFF-A139-E6C4FDBACB47}" type="parTrans" cxnId="{017D70B1-A4F9-4EAC-8F8B-65CDDC6C15C9}">
      <dgm:prSet/>
      <dgm:spPr/>
      <dgm:t>
        <a:bodyPr/>
        <a:lstStyle/>
        <a:p>
          <a:endParaRPr lang="en-US"/>
        </a:p>
      </dgm:t>
    </dgm:pt>
    <dgm:pt modelId="{B56E34B8-DDF4-488B-8B0F-4181E011CF34}" type="sibTrans" cxnId="{017D70B1-A4F9-4EAC-8F8B-65CDDC6C15C9}">
      <dgm:prSet/>
      <dgm:spPr/>
      <dgm:t>
        <a:bodyPr/>
        <a:lstStyle/>
        <a:p>
          <a:endParaRPr lang="en-US"/>
        </a:p>
      </dgm:t>
    </dgm:pt>
    <dgm:pt modelId="{A4838708-31AF-48D9-AFD7-32515E699225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Hardware: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4B9F98-63BB-49C6-9FDC-656F54901ABB}" type="parTrans" cxnId="{F0D51175-C720-43DF-98B5-C08006E8CA76}">
      <dgm:prSet/>
      <dgm:spPr/>
      <dgm:t>
        <a:bodyPr/>
        <a:lstStyle/>
        <a:p>
          <a:endParaRPr lang="en-US"/>
        </a:p>
      </dgm:t>
    </dgm:pt>
    <dgm:pt modelId="{3AD97A43-0C44-47BA-9E75-D73660115A59}" type="sibTrans" cxnId="{F0D51175-C720-43DF-98B5-C08006E8CA76}">
      <dgm:prSet/>
      <dgm:spPr/>
      <dgm:t>
        <a:bodyPr/>
        <a:lstStyle/>
        <a:p>
          <a:endParaRPr lang="en-US"/>
        </a:p>
      </dgm:t>
    </dgm:pt>
    <dgm:pt modelId="{6BB90C6B-E84F-4371-9E63-E5256C9F9FA0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Training: GPU accelerated.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E22FBCD-268A-4048-B58A-7AEFBFD67BB1}" type="parTrans" cxnId="{6B5C41E4-EDF8-4643-A74E-7BA526C3DA3C}">
      <dgm:prSet/>
      <dgm:spPr/>
      <dgm:t>
        <a:bodyPr/>
        <a:lstStyle/>
        <a:p>
          <a:endParaRPr lang="en-US"/>
        </a:p>
      </dgm:t>
    </dgm:pt>
    <dgm:pt modelId="{813DB89C-3353-4446-81E7-7235F3E3D4C6}" type="sibTrans" cxnId="{6B5C41E4-EDF8-4643-A74E-7BA526C3DA3C}">
      <dgm:prSet/>
      <dgm:spPr/>
      <dgm:t>
        <a:bodyPr/>
        <a:lstStyle/>
        <a:p>
          <a:endParaRPr lang="en-US"/>
        </a:p>
      </dgm:t>
    </dgm:pt>
    <dgm:pt modelId="{E0040411-AF89-4C35-96B9-45196A0B17F1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Inference Speed: ~15-20ms per image (GPU) vs 150-200ms (CPU).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AD01C8B-C34F-4EC3-9A30-F187D8328F16}" type="parTrans" cxnId="{1992E3D3-DD1D-444E-A629-15F05BE97C99}">
      <dgm:prSet/>
      <dgm:spPr/>
      <dgm:t>
        <a:bodyPr/>
        <a:lstStyle/>
        <a:p>
          <a:endParaRPr lang="en-US"/>
        </a:p>
      </dgm:t>
    </dgm:pt>
    <dgm:pt modelId="{53F9DF32-3052-40D2-A5A9-DCE5312D6929}" type="sibTrans" cxnId="{1992E3D3-DD1D-444E-A629-15F05BE97C99}">
      <dgm:prSet/>
      <dgm:spPr/>
      <dgm:t>
        <a:bodyPr/>
        <a:lstStyle/>
        <a:p>
          <a:endParaRPr lang="en-US"/>
        </a:p>
      </dgm:t>
    </dgm:pt>
    <dgm:pt modelId="{35F9C621-971E-40EA-9204-9DFAEAE53D61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Metric: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Evaluated on Eval Loss and Accuracy.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763538-1DDA-4A75-BEE5-DE0C2E9F2F77}" type="parTrans" cxnId="{A540DC9D-3647-4037-81B6-CA81760C974A}">
      <dgm:prSet/>
      <dgm:spPr/>
      <dgm:t>
        <a:bodyPr/>
        <a:lstStyle/>
        <a:p>
          <a:endParaRPr lang="en-US"/>
        </a:p>
      </dgm:t>
    </dgm:pt>
    <dgm:pt modelId="{DD547601-5D14-4612-8C18-C9A5F1DC0393}" type="sibTrans" cxnId="{A540DC9D-3647-4037-81B6-CA81760C974A}">
      <dgm:prSet/>
      <dgm:spPr/>
      <dgm:t>
        <a:bodyPr/>
        <a:lstStyle/>
        <a:p>
          <a:endParaRPr lang="en-US"/>
        </a:p>
      </dgm:t>
    </dgm:pt>
    <dgm:pt modelId="{51662839-F698-4B25-8C08-6DBC9DABBBD8}" type="pres">
      <dgm:prSet presAssocID="{8922B4ED-891F-4EB1-9ADC-879E18E60B3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786B4F6-AEE0-427E-B46D-C11EA1025A88}" type="pres">
      <dgm:prSet presAssocID="{A7734F6D-7B6C-4366-8A72-7C8DC90E95A2}" presName="hierRoot1" presStyleCnt="0">
        <dgm:presLayoutVars>
          <dgm:hierBranch val="init"/>
        </dgm:presLayoutVars>
      </dgm:prSet>
      <dgm:spPr/>
    </dgm:pt>
    <dgm:pt modelId="{DB05D82C-B933-4B9F-9B8C-91D2F5D667C0}" type="pres">
      <dgm:prSet presAssocID="{A7734F6D-7B6C-4366-8A72-7C8DC90E95A2}" presName="rootComposite1" presStyleCnt="0"/>
      <dgm:spPr/>
    </dgm:pt>
    <dgm:pt modelId="{D150E482-4831-4856-8B80-0615A9A7D845}" type="pres">
      <dgm:prSet presAssocID="{A7734F6D-7B6C-4366-8A72-7C8DC90E95A2}" presName="rootText1" presStyleLbl="node0" presStyleIdx="0" presStyleCnt="3">
        <dgm:presLayoutVars>
          <dgm:chPref val="3"/>
        </dgm:presLayoutVars>
      </dgm:prSet>
      <dgm:spPr/>
    </dgm:pt>
    <dgm:pt modelId="{35BB0ED4-955B-4BA9-B0F7-32CE0994855B}" type="pres">
      <dgm:prSet presAssocID="{A7734F6D-7B6C-4366-8A72-7C8DC90E95A2}" presName="rootConnector1" presStyleLbl="node1" presStyleIdx="0" presStyleCnt="0"/>
      <dgm:spPr/>
    </dgm:pt>
    <dgm:pt modelId="{98E265DA-18FB-4368-8D21-8E8C1C05E089}" type="pres">
      <dgm:prSet presAssocID="{A7734F6D-7B6C-4366-8A72-7C8DC90E95A2}" presName="hierChild2" presStyleCnt="0"/>
      <dgm:spPr/>
    </dgm:pt>
    <dgm:pt modelId="{E68B2C74-E776-41DA-A55D-0AD458C5BB49}" type="pres">
      <dgm:prSet presAssocID="{A7734F6D-7B6C-4366-8A72-7C8DC90E95A2}" presName="hierChild3" presStyleCnt="0"/>
      <dgm:spPr/>
    </dgm:pt>
    <dgm:pt modelId="{99EF6948-21FB-428F-A680-560370BF332B}" type="pres">
      <dgm:prSet presAssocID="{A4838708-31AF-48D9-AFD7-32515E699225}" presName="hierRoot1" presStyleCnt="0">
        <dgm:presLayoutVars>
          <dgm:hierBranch val="init"/>
        </dgm:presLayoutVars>
      </dgm:prSet>
      <dgm:spPr/>
    </dgm:pt>
    <dgm:pt modelId="{CAD9DD23-58A0-4370-836D-21202EFAEBF7}" type="pres">
      <dgm:prSet presAssocID="{A4838708-31AF-48D9-AFD7-32515E699225}" presName="rootComposite1" presStyleCnt="0"/>
      <dgm:spPr/>
    </dgm:pt>
    <dgm:pt modelId="{79B36692-05DC-4A05-8C1A-7D6423CFED3A}" type="pres">
      <dgm:prSet presAssocID="{A4838708-31AF-48D9-AFD7-32515E699225}" presName="rootText1" presStyleLbl="node0" presStyleIdx="1" presStyleCnt="3">
        <dgm:presLayoutVars>
          <dgm:chPref val="3"/>
        </dgm:presLayoutVars>
      </dgm:prSet>
      <dgm:spPr/>
    </dgm:pt>
    <dgm:pt modelId="{C70EFC32-A1BA-4714-82CA-A81382F1A4A9}" type="pres">
      <dgm:prSet presAssocID="{A4838708-31AF-48D9-AFD7-32515E699225}" presName="rootConnector1" presStyleLbl="node1" presStyleIdx="0" presStyleCnt="0"/>
      <dgm:spPr/>
    </dgm:pt>
    <dgm:pt modelId="{8A74AD4E-81C5-4D82-B2F9-F4BB7A93D8D4}" type="pres">
      <dgm:prSet presAssocID="{A4838708-31AF-48D9-AFD7-32515E699225}" presName="hierChild2" presStyleCnt="0"/>
      <dgm:spPr/>
    </dgm:pt>
    <dgm:pt modelId="{E5F86865-AECC-4F9A-B6E1-0D7E467E279A}" type="pres">
      <dgm:prSet presAssocID="{8E22FBCD-268A-4048-B58A-7AEFBFD67BB1}" presName="Name64" presStyleLbl="parChTrans1D2" presStyleIdx="0" presStyleCnt="2"/>
      <dgm:spPr/>
    </dgm:pt>
    <dgm:pt modelId="{76A85C40-A6E7-4A42-B7B3-394A94B43790}" type="pres">
      <dgm:prSet presAssocID="{6BB90C6B-E84F-4371-9E63-E5256C9F9FA0}" presName="hierRoot2" presStyleCnt="0">
        <dgm:presLayoutVars>
          <dgm:hierBranch val="init"/>
        </dgm:presLayoutVars>
      </dgm:prSet>
      <dgm:spPr/>
    </dgm:pt>
    <dgm:pt modelId="{BF2B0A24-BA39-4EB4-95BC-0645550BEF7D}" type="pres">
      <dgm:prSet presAssocID="{6BB90C6B-E84F-4371-9E63-E5256C9F9FA0}" presName="rootComposite" presStyleCnt="0"/>
      <dgm:spPr/>
    </dgm:pt>
    <dgm:pt modelId="{5AE6E225-EE72-403F-8218-61E6F18D943E}" type="pres">
      <dgm:prSet presAssocID="{6BB90C6B-E84F-4371-9E63-E5256C9F9FA0}" presName="rootText" presStyleLbl="node2" presStyleIdx="0" presStyleCnt="2">
        <dgm:presLayoutVars>
          <dgm:chPref val="3"/>
        </dgm:presLayoutVars>
      </dgm:prSet>
      <dgm:spPr/>
    </dgm:pt>
    <dgm:pt modelId="{1D2C5BCC-74D6-4D98-839C-AEECE2692896}" type="pres">
      <dgm:prSet presAssocID="{6BB90C6B-E84F-4371-9E63-E5256C9F9FA0}" presName="rootConnector" presStyleLbl="node2" presStyleIdx="0" presStyleCnt="2"/>
      <dgm:spPr/>
    </dgm:pt>
    <dgm:pt modelId="{F4BE87C5-351C-4622-BFEF-0C930AFFE377}" type="pres">
      <dgm:prSet presAssocID="{6BB90C6B-E84F-4371-9E63-E5256C9F9FA0}" presName="hierChild4" presStyleCnt="0"/>
      <dgm:spPr/>
    </dgm:pt>
    <dgm:pt modelId="{B934586B-41E4-4809-ABE9-97D973E1D307}" type="pres">
      <dgm:prSet presAssocID="{6BB90C6B-E84F-4371-9E63-E5256C9F9FA0}" presName="hierChild5" presStyleCnt="0"/>
      <dgm:spPr/>
    </dgm:pt>
    <dgm:pt modelId="{5E08DBB6-EEE6-4904-9C4E-DCE36E0B536A}" type="pres">
      <dgm:prSet presAssocID="{4AD01C8B-C34F-4EC3-9A30-F187D8328F16}" presName="Name64" presStyleLbl="parChTrans1D2" presStyleIdx="1" presStyleCnt="2"/>
      <dgm:spPr/>
    </dgm:pt>
    <dgm:pt modelId="{AD2634E3-6FD0-4454-9376-F35051179D83}" type="pres">
      <dgm:prSet presAssocID="{E0040411-AF89-4C35-96B9-45196A0B17F1}" presName="hierRoot2" presStyleCnt="0">
        <dgm:presLayoutVars>
          <dgm:hierBranch val="init"/>
        </dgm:presLayoutVars>
      </dgm:prSet>
      <dgm:spPr/>
    </dgm:pt>
    <dgm:pt modelId="{2B8C75EB-BDD0-461E-AE3C-74AEE359F128}" type="pres">
      <dgm:prSet presAssocID="{E0040411-AF89-4C35-96B9-45196A0B17F1}" presName="rootComposite" presStyleCnt="0"/>
      <dgm:spPr/>
    </dgm:pt>
    <dgm:pt modelId="{3C081E5B-002B-4570-A3DD-EC60C0B9D857}" type="pres">
      <dgm:prSet presAssocID="{E0040411-AF89-4C35-96B9-45196A0B17F1}" presName="rootText" presStyleLbl="node2" presStyleIdx="1" presStyleCnt="2">
        <dgm:presLayoutVars>
          <dgm:chPref val="3"/>
        </dgm:presLayoutVars>
      </dgm:prSet>
      <dgm:spPr/>
    </dgm:pt>
    <dgm:pt modelId="{F31714E9-4313-43FF-899B-3AA746C25287}" type="pres">
      <dgm:prSet presAssocID="{E0040411-AF89-4C35-96B9-45196A0B17F1}" presName="rootConnector" presStyleLbl="node2" presStyleIdx="1" presStyleCnt="2"/>
      <dgm:spPr/>
    </dgm:pt>
    <dgm:pt modelId="{675BF27C-1E0D-49B3-A998-8F4C832922D6}" type="pres">
      <dgm:prSet presAssocID="{E0040411-AF89-4C35-96B9-45196A0B17F1}" presName="hierChild4" presStyleCnt="0"/>
      <dgm:spPr/>
    </dgm:pt>
    <dgm:pt modelId="{64BCBBE9-5033-45B1-9E8B-B890254D0736}" type="pres">
      <dgm:prSet presAssocID="{E0040411-AF89-4C35-96B9-45196A0B17F1}" presName="hierChild5" presStyleCnt="0"/>
      <dgm:spPr/>
    </dgm:pt>
    <dgm:pt modelId="{B9BBBDE2-E5BE-4E26-89F9-CA28032017C6}" type="pres">
      <dgm:prSet presAssocID="{A4838708-31AF-48D9-AFD7-32515E699225}" presName="hierChild3" presStyleCnt="0"/>
      <dgm:spPr/>
    </dgm:pt>
    <dgm:pt modelId="{78108EA2-E2BA-4E6C-AE00-0A92E2361ED8}" type="pres">
      <dgm:prSet presAssocID="{35F9C621-971E-40EA-9204-9DFAEAE53D61}" presName="hierRoot1" presStyleCnt="0">
        <dgm:presLayoutVars>
          <dgm:hierBranch val="init"/>
        </dgm:presLayoutVars>
      </dgm:prSet>
      <dgm:spPr/>
    </dgm:pt>
    <dgm:pt modelId="{D0C9A972-CF10-4F22-8FE6-54AE5EBA4768}" type="pres">
      <dgm:prSet presAssocID="{35F9C621-971E-40EA-9204-9DFAEAE53D61}" presName="rootComposite1" presStyleCnt="0"/>
      <dgm:spPr/>
    </dgm:pt>
    <dgm:pt modelId="{C350B5B8-3B19-4B39-8964-719263230C62}" type="pres">
      <dgm:prSet presAssocID="{35F9C621-971E-40EA-9204-9DFAEAE53D61}" presName="rootText1" presStyleLbl="node0" presStyleIdx="2" presStyleCnt="3">
        <dgm:presLayoutVars>
          <dgm:chPref val="3"/>
        </dgm:presLayoutVars>
      </dgm:prSet>
      <dgm:spPr/>
    </dgm:pt>
    <dgm:pt modelId="{6B9F2610-F7C3-47F7-9824-F478B0130913}" type="pres">
      <dgm:prSet presAssocID="{35F9C621-971E-40EA-9204-9DFAEAE53D61}" presName="rootConnector1" presStyleLbl="node1" presStyleIdx="0" presStyleCnt="0"/>
      <dgm:spPr/>
    </dgm:pt>
    <dgm:pt modelId="{9E3B088F-3862-4ED6-B2BB-8342C950387B}" type="pres">
      <dgm:prSet presAssocID="{35F9C621-971E-40EA-9204-9DFAEAE53D61}" presName="hierChild2" presStyleCnt="0"/>
      <dgm:spPr/>
    </dgm:pt>
    <dgm:pt modelId="{6F210092-E80E-4AE5-A2D0-1B72B406470A}" type="pres">
      <dgm:prSet presAssocID="{35F9C621-971E-40EA-9204-9DFAEAE53D61}" presName="hierChild3" presStyleCnt="0"/>
      <dgm:spPr/>
    </dgm:pt>
  </dgm:ptLst>
  <dgm:cxnLst>
    <dgm:cxn modelId="{A5B44F17-FD20-447F-87DD-7556D12F4374}" type="presOf" srcId="{E0040411-AF89-4C35-96B9-45196A0B17F1}" destId="{3C081E5B-002B-4570-A3DD-EC60C0B9D857}" srcOrd="0" destOrd="0" presId="urn:microsoft.com/office/officeart/2009/3/layout/HorizontalOrganizationChart"/>
    <dgm:cxn modelId="{677FEE3E-B882-44BB-8085-2E667BA96622}" type="presOf" srcId="{A7734F6D-7B6C-4366-8A72-7C8DC90E95A2}" destId="{D150E482-4831-4856-8B80-0615A9A7D845}" srcOrd="0" destOrd="0" presId="urn:microsoft.com/office/officeart/2009/3/layout/HorizontalOrganizationChart"/>
    <dgm:cxn modelId="{24D7925E-206F-44A4-89C5-402503432A59}" type="presOf" srcId="{6BB90C6B-E84F-4371-9E63-E5256C9F9FA0}" destId="{5AE6E225-EE72-403F-8218-61E6F18D943E}" srcOrd="0" destOrd="0" presId="urn:microsoft.com/office/officeart/2009/3/layout/HorizontalOrganizationChart"/>
    <dgm:cxn modelId="{9A5B5B65-3AC9-478F-AA69-4E1E1D0E4B99}" type="presOf" srcId="{6BB90C6B-E84F-4371-9E63-E5256C9F9FA0}" destId="{1D2C5BCC-74D6-4D98-839C-AEECE2692896}" srcOrd="1" destOrd="0" presId="urn:microsoft.com/office/officeart/2009/3/layout/HorizontalOrganizationChart"/>
    <dgm:cxn modelId="{F0D51175-C720-43DF-98B5-C08006E8CA76}" srcId="{8922B4ED-891F-4EB1-9ADC-879E18E60B31}" destId="{A4838708-31AF-48D9-AFD7-32515E699225}" srcOrd="1" destOrd="0" parTransId="{FF4B9F98-63BB-49C6-9FDC-656F54901ABB}" sibTransId="{3AD97A43-0C44-47BA-9E75-D73660115A59}"/>
    <dgm:cxn modelId="{45EDAA76-6674-45C2-9B46-B1D8DF28F788}" type="presOf" srcId="{8922B4ED-891F-4EB1-9ADC-879E18E60B31}" destId="{51662839-F698-4B25-8C08-6DBC9DABBBD8}" srcOrd="0" destOrd="0" presId="urn:microsoft.com/office/officeart/2009/3/layout/HorizontalOrganizationChart"/>
    <dgm:cxn modelId="{BF21E359-12EC-4F64-868B-AAD9A2A49A26}" type="presOf" srcId="{A7734F6D-7B6C-4366-8A72-7C8DC90E95A2}" destId="{35BB0ED4-955B-4BA9-B0F7-32CE0994855B}" srcOrd="1" destOrd="0" presId="urn:microsoft.com/office/officeart/2009/3/layout/HorizontalOrganizationChart"/>
    <dgm:cxn modelId="{B697B587-7591-4FDB-B24D-04224CE5A8B2}" type="presOf" srcId="{35F9C621-971E-40EA-9204-9DFAEAE53D61}" destId="{C350B5B8-3B19-4B39-8964-719263230C62}" srcOrd="0" destOrd="0" presId="urn:microsoft.com/office/officeart/2009/3/layout/HorizontalOrganizationChart"/>
    <dgm:cxn modelId="{529E3691-7C8B-4872-B172-52D7A1C67972}" type="presOf" srcId="{A4838708-31AF-48D9-AFD7-32515E699225}" destId="{79B36692-05DC-4A05-8C1A-7D6423CFED3A}" srcOrd="0" destOrd="0" presId="urn:microsoft.com/office/officeart/2009/3/layout/HorizontalOrganizationChart"/>
    <dgm:cxn modelId="{A540DC9D-3647-4037-81B6-CA81760C974A}" srcId="{8922B4ED-891F-4EB1-9ADC-879E18E60B31}" destId="{35F9C621-971E-40EA-9204-9DFAEAE53D61}" srcOrd="2" destOrd="0" parTransId="{EB763538-1DDA-4A75-BEE5-DE0C2E9F2F77}" sibTransId="{DD547601-5D14-4612-8C18-C9A5F1DC0393}"/>
    <dgm:cxn modelId="{017D70B1-A4F9-4EAC-8F8B-65CDDC6C15C9}" srcId="{8922B4ED-891F-4EB1-9ADC-879E18E60B31}" destId="{A7734F6D-7B6C-4366-8A72-7C8DC90E95A2}" srcOrd="0" destOrd="0" parTransId="{32DD5C07-4852-4BFF-A139-E6C4FDBACB47}" sibTransId="{B56E34B8-DDF4-488B-8B0F-4181E011CF34}"/>
    <dgm:cxn modelId="{A1F69EB8-9CE7-4DA4-B5BD-DBD4CE5B351E}" type="presOf" srcId="{E0040411-AF89-4C35-96B9-45196A0B17F1}" destId="{F31714E9-4313-43FF-899B-3AA746C25287}" srcOrd="1" destOrd="0" presId="urn:microsoft.com/office/officeart/2009/3/layout/HorizontalOrganizationChart"/>
    <dgm:cxn modelId="{FD314CC7-E9F3-4261-B7CC-1503F9E2E9DA}" type="presOf" srcId="{A4838708-31AF-48D9-AFD7-32515E699225}" destId="{C70EFC32-A1BA-4714-82CA-A81382F1A4A9}" srcOrd="1" destOrd="0" presId="urn:microsoft.com/office/officeart/2009/3/layout/HorizontalOrganizationChart"/>
    <dgm:cxn modelId="{1992E3D3-DD1D-444E-A629-15F05BE97C99}" srcId="{A4838708-31AF-48D9-AFD7-32515E699225}" destId="{E0040411-AF89-4C35-96B9-45196A0B17F1}" srcOrd="1" destOrd="0" parTransId="{4AD01C8B-C34F-4EC3-9A30-F187D8328F16}" sibTransId="{53F9DF32-3052-40D2-A5A9-DCE5312D6929}"/>
    <dgm:cxn modelId="{1FB40FE4-64FA-40BF-A8C5-8078CDD5CCB2}" type="presOf" srcId="{35F9C621-971E-40EA-9204-9DFAEAE53D61}" destId="{6B9F2610-F7C3-47F7-9824-F478B0130913}" srcOrd="1" destOrd="0" presId="urn:microsoft.com/office/officeart/2009/3/layout/HorizontalOrganizationChart"/>
    <dgm:cxn modelId="{6B5C41E4-EDF8-4643-A74E-7BA526C3DA3C}" srcId="{A4838708-31AF-48D9-AFD7-32515E699225}" destId="{6BB90C6B-E84F-4371-9E63-E5256C9F9FA0}" srcOrd="0" destOrd="0" parTransId="{8E22FBCD-268A-4048-B58A-7AEFBFD67BB1}" sibTransId="{813DB89C-3353-4446-81E7-7235F3E3D4C6}"/>
    <dgm:cxn modelId="{347D95FA-9935-4601-B77B-741FEBC11B85}" type="presOf" srcId="{8E22FBCD-268A-4048-B58A-7AEFBFD67BB1}" destId="{E5F86865-AECC-4F9A-B6E1-0D7E467E279A}" srcOrd="0" destOrd="0" presId="urn:microsoft.com/office/officeart/2009/3/layout/HorizontalOrganizationChart"/>
    <dgm:cxn modelId="{50E7AEFB-D217-46F6-B273-0DCE3546535E}" type="presOf" srcId="{4AD01C8B-C34F-4EC3-9A30-F187D8328F16}" destId="{5E08DBB6-EEE6-4904-9C4E-DCE36E0B536A}" srcOrd="0" destOrd="0" presId="urn:microsoft.com/office/officeart/2009/3/layout/HorizontalOrganizationChart"/>
    <dgm:cxn modelId="{BFD568FC-77FF-4024-A165-7DB7394AF945}" type="presParOf" srcId="{51662839-F698-4B25-8C08-6DBC9DABBBD8}" destId="{3786B4F6-AEE0-427E-B46D-C11EA1025A88}" srcOrd="0" destOrd="0" presId="urn:microsoft.com/office/officeart/2009/3/layout/HorizontalOrganizationChart"/>
    <dgm:cxn modelId="{42A592CF-8B28-4004-8BC3-F1B49A4644E5}" type="presParOf" srcId="{3786B4F6-AEE0-427E-B46D-C11EA1025A88}" destId="{DB05D82C-B933-4B9F-9B8C-91D2F5D667C0}" srcOrd="0" destOrd="0" presId="urn:microsoft.com/office/officeart/2009/3/layout/HorizontalOrganizationChart"/>
    <dgm:cxn modelId="{D9DCD30F-42B8-4620-887D-D689AC1752C6}" type="presParOf" srcId="{DB05D82C-B933-4B9F-9B8C-91D2F5D667C0}" destId="{D150E482-4831-4856-8B80-0615A9A7D845}" srcOrd="0" destOrd="0" presId="urn:microsoft.com/office/officeart/2009/3/layout/HorizontalOrganizationChart"/>
    <dgm:cxn modelId="{7EFE69A4-8E47-4D8D-80BA-4DC58F701EA1}" type="presParOf" srcId="{DB05D82C-B933-4B9F-9B8C-91D2F5D667C0}" destId="{35BB0ED4-955B-4BA9-B0F7-32CE0994855B}" srcOrd="1" destOrd="0" presId="urn:microsoft.com/office/officeart/2009/3/layout/HorizontalOrganizationChart"/>
    <dgm:cxn modelId="{1830FE21-387F-4E99-949C-9184E9EC22E9}" type="presParOf" srcId="{3786B4F6-AEE0-427E-B46D-C11EA1025A88}" destId="{98E265DA-18FB-4368-8D21-8E8C1C05E089}" srcOrd="1" destOrd="0" presId="urn:microsoft.com/office/officeart/2009/3/layout/HorizontalOrganizationChart"/>
    <dgm:cxn modelId="{13397985-BF1F-4A61-9C63-DC494FF44D04}" type="presParOf" srcId="{3786B4F6-AEE0-427E-B46D-C11EA1025A88}" destId="{E68B2C74-E776-41DA-A55D-0AD458C5BB49}" srcOrd="2" destOrd="0" presId="urn:microsoft.com/office/officeart/2009/3/layout/HorizontalOrganizationChart"/>
    <dgm:cxn modelId="{4339147F-469A-44B2-B12A-A19DE4D1B2C3}" type="presParOf" srcId="{51662839-F698-4B25-8C08-6DBC9DABBBD8}" destId="{99EF6948-21FB-428F-A680-560370BF332B}" srcOrd="1" destOrd="0" presId="urn:microsoft.com/office/officeart/2009/3/layout/HorizontalOrganizationChart"/>
    <dgm:cxn modelId="{F3ACEA6B-0B65-4DA8-8DCC-6E12F624B1E4}" type="presParOf" srcId="{99EF6948-21FB-428F-A680-560370BF332B}" destId="{CAD9DD23-58A0-4370-836D-21202EFAEBF7}" srcOrd="0" destOrd="0" presId="urn:microsoft.com/office/officeart/2009/3/layout/HorizontalOrganizationChart"/>
    <dgm:cxn modelId="{205E7AC6-C4F2-4131-B6FF-E09007837156}" type="presParOf" srcId="{CAD9DD23-58A0-4370-836D-21202EFAEBF7}" destId="{79B36692-05DC-4A05-8C1A-7D6423CFED3A}" srcOrd="0" destOrd="0" presId="urn:microsoft.com/office/officeart/2009/3/layout/HorizontalOrganizationChart"/>
    <dgm:cxn modelId="{E235A583-9828-47B0-B0E4-B0155AEFAE6B}" type="presParOf" srcId="{CAD9DD23-58A0-4370-836D-21202EFAEBF7}" destId="{C70EFC32-A1BA-4714-82CA-A81382F1A4A9}" srcOrd="1" destOrd="0" presId="urn:microsoft.com/office/officeart/2009/3/layout/HorizontalOrganizationChart"/>
    <dgm:cxn modelId="{A49374D2-DA31-495A-9A1C-36773F5BC64F}" type="presParOf" srcId="{99EF6948-21FB-428F-A680-560370BF332B}" destId="{8A74AD4E-81C5-4D82-B2F9-F4BB7A93D8D4}" srcOrd="1" destOrd="0" presId="urn:microsoft.com/office/officeart/2009/3/layout/HorizontalOrganizationChart"/>
    <dgm:cxn modelId="{DA153CC3-04E5-4AB5-AED3-45316908219E}" type="presParOf" srcId="{8A74AD4E-81C5-4D82-B2F9-F4BB7A93D8D4}" destId="{E5F86865-AECC-4F9A-B6E1-0D7E467E279A}" srcOrd="0" destOrd="0" presId="urn:microsoft.com/office/officeart/2009/3/layout/HorizontalOrganizationChart"/>
    <dgm:cxn modelId="{D6F272D0-9A43-484D-BF70-997C84127760}" type="presParOf" srcId="{8A74AD4E-81C5-4D82-B2F9-F4BB7A93D8D4}" destId="{76A85C40-A6E7-4A42-B7B3-394A94B43790}" srcOrd="1" destOrd="0" presId="urn:microsoft.com/office/officeart/2009/3/layout/HorizontalOrganizationChart"/>
    <dgm:cxn modelId="{3347578A-B91B-4DE8-8CF9-640CBE839160}" type="presParOf" srcId="{76A85C40-A6E7-4A42-B7B3-394A94B43790}" destId="{BF2B0A24-BA39-4EB4-95BC-0645550BEF7D}" srcOrd="0" destOrd="0" presId="urn:microsoft.com/office/officeart/2009/3/layout/HorizontalOrganizationChart"/>
    <dgm:cxn modelId="{CD9EA1EB-2D9B-49AE-8180-E85A312E7A41}" type="presParOf" srcId="{BF2B0A24-BA39-4EB4-95BC-0645550BEF7D}" destId="{5AE6E225-EE72-403F-8218-61E6F18D943E}" srcOrd="0" destOrd="0" presId="urn:microsoft.com/office/officeart/2009/3/layout/HorizontalOrganizationChart"/>
    <dgm:cxn modelId="{25C23777-68FA-4CEA-8DF5-ABEFB77C71A8}" type="presParOf" srcId="{BF2B0A24-BA39-4EB4-95BC-0645550BEF7D}" destId="{1D2C5BCC-74D6-4D98-839C-AEECE2692896}" srcOrd="1" destOrd="0" presId="urn:microsoft.com/office/officeart/2009/3/layout/HorizontalOrganizationChart"/>
    <dgm:cxn modelId="{01B4C645-9603-466C-8572-E1F2C7AD1A86}" type="presParOf" srcId="{76A85C40-A6E7-4A42-B7B3-394A94B43790}" destId="{F4BE87C5-351C-4622-BFEF-0C930AFFE377}" srcOrd="1" destOrd="0" presId="urn:microsoft.com/office/officeart/2009/3/layout/HorizontalOrganizationChart"/>
    <dgm:cxn modelId="{AD1686CB-A7A0-45BF-A4A8-CA2DD18842F7}" type="presParOf" srcId="{76A85C40-A6E7-4A42-B7B3-394A94B43790}" destId="{B934586B-41E4-4809-ABE9-97D973E1D307}" srcOrd="2" destOrd="0" presId="urn:microsoft.com/office/officeart/2009/3/layout/HorizontalOrganizationChart"/>
    <dgm:cxn modelId="{45F446AA-6396-4817-AC3E-CA4834EBFE95}" type="presParOf" srcId="{8A74AD4E-81C5-4D82-B2F9-F4BB7A93D8D4}" destId="{5E08DBB6-EEE6-4904-9C4E-DCE36E0B536A}" srcOrd="2" destOrd="0" presId="urn:microsoft.com/office/officeart/2009/3/layout/HorizontalOrganizationChart"/>
    <dgm:cxn modelId="{A04CDCBB-68DF-4999-BA50-5ECB7EE40570}" type="presParOf" srcId="{8A74AD4E-81C5-4D82-B2F9-F4BB7A93D8D4}" destId="{AD2634E3-6FD0-4454-9376-F35051179D83}" srcOrd="3" destOrd="0" presId="urn:microsoft.com/office/officeart/2009/3/layout/HorizontalOrganizationChart"/>
    <dgm:cxn modelId="{9D7C5B98-FE7E-4D54-987F-D37A58B50983}" type="presParOf" srcId="{AD2634E3-6FD0-4454-9376-F35051179D83}" destId="{2B8C75EB-BDD0-461E-AE3C-74AEE359F128}" srcOrd="0" destOrd="0" presId="urn:microsoft.com/office/officeart/2009/3/layout/HorizontalOrganizationChart"/>
    <dgm:cxn modelId="{904959FA-CA08-4073-8DF6-37FC429203B0}" type="presParOf" srcId="{2B8C75EB-BDD0-461E-AE3C-74AEE359F128}" destId="{3C081E5B-002B-4570-A3DD-EC60C0B9D857}" srcOrd="0" destOrd="0" presId="urn:microsoft.com/office/officeart/2009/3/layout/HorizontalOrganizationChart"/>
    <dgm:cxn modelId="{7266E6DC-0B91-43A5-B960-A49417E88ECE}" type="presParOf" srcId="{2B8C75EB-BDD0-461E-AE3C-74AEE359F128}" destId="{F31714E9-4313-43FF-899B-3AA746C25287}" srcOrd="1" destOrd="0" presId="urn:microsoft.com/office/officeart/2009/3/layout/HorizontalOrganizationChart"/>
    <dgm:cxn modelId="{B3A47533-459D-4A39-91DB-DAA15A683DF8}" type="presParOf" srcId="{AD2634E3-6FD0-4454-9376-F35051179D83}" destId="{675BF27C-1E0D-49B3-A998-8F4C832922D6}" srcOrd="1" destOrd="0" presId="urn:microsoft.com/office/officeart/2009/3/layout/HorizontalOrganizationChart"/>
    <dgm:cxn modelId="{418BB2BA-011A-4AA0-A5DC-89C21D4A14C9}" type="presParOf" srcId="{AD2634E3-6FD0-4454-9376-F35051179D83}" destId="{64BCBBE9-5033-45B1-9E8B-B890254D0736}" srcOrd="2" destOrd="0" presId="urn:microsoft.com/office/officeart/2009/3/layout/HorizontalOrganizationChart"/>
    <dgm:cxn modelId="{086B5BD4-CC82-4969-85BC-245A16064AD2}" type="presParOf" srcId="{99EF6948-21FB-428F-A680-560370BF332B}" destId="{B9BBBDE2-E5BE-4E26-89F9-CA28032017C6}" srcOrd="2" destOrd="0" presId="urn:microsoft.com/office/officeart/2009/3/layout/HorizontalOrganizationChart"/>
    <dgm:cxn modelId="{7CBEB997-3514-4DAD-AF35-110BB0BB0F15}" type="presParOf" srcId="{51662839-F698-4B25-8C08-6DBC9DABBBD8}" destId="{78108EA2-E2BA-4E6C-AE00-0A92E2361ED8}" srcOrd="2" destOrd="0" presId="urn:microsoft.com/office/officeart/2009/3/layout/HorizontalOrganizationChart"/>
    <dgm:cxn modelId="{7FA94E57-C53B-40CB-B644-C320C4DE93C4}" type="presParOf" srcId="{78108EA2-E2BA-4E6C-AE00-0A92E2361ED8}" destId="{D0C9A972-CF10-4F22-8FE6-54AE5EBA4768}" srcOrd="0" destOrd="0" presId="urn:microsoft.com/office/officeart/2009/3/layout/HorizontalOrganizationChart"/>
    <dgm:cxn modelId="{581EEFD7-53BA-4553-9EFE-708D7FA33B0E}" type="presParOf" srcId="{D0C9A972-CF10-4F22-8FE6-54AE5EBA4768}" destId="{C350B5B8-3B19-4B39-8964-719263230C62}" srcOrd="0" destOrd="0" presId="urn:microsoft.com/office/officeart/2009/3/layout/HorizontalOrganizationChart"/>
    <dgm:cxn modelId="{BC277A04-A4B5-4A75-9228-9C53993984B2}" type="presParOf" srcId="{D0C9A972-CF10-4F22-8FE6-54AE5EBA4768}" destId="{6B9F2610-F7C3-47F7-9824-F478B0130913}" srcOrd="1" destOrd="0" presId="urn:microsoft.com/office/officeart/2009/3/layout/HorizontalOrganizationChart"/>
    <dgm:cxn modelId="{CE360684-F244-4771-81C2-A1927D896EB2}" type="presParOf" srcId="{78108EA2-E2BA-4E6C-AE00-0A92E2361ED8}" destId="{9E3B088F-3862-4ED6-B2BB-8342C950387B}" srcOrd="1" destOrd="0" presId="urn:microsoft.com/office/officeart/2009/3/layout/HorizontalOrganizationChart"/>
    <dgm:cxn modelId="{DE7E460F-C677-4872-8962-02D334C07E4D}" type="presParOf" srcId="{78108EA2-E2BA-4E6C-AE00-0A92E2361ED8}" destId="{6F210092-E80E-4AE5-A2D0-1B72B406470A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D3FC4D9-2C0B-48B3-BFED-560DAF3CF4C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6B33296-3225-49CB-9E74-01660C938646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Epochs: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5.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D9CF13-B9D8-4D35-8F41-EE95F682B6D4}" type="parTrans" cxnId="{EE5A548A-3558-4C67-882B-087A4576F3AF}">
      <dgm:prSet/>
      <dgm:spPr/>
      <dgm:t>
        <a:bodyPr/>
        <a:lstStyle/>
        <a:p>
          <a:endParaRPr lang="en-US"/>
        </a:p>
      </dgm:t>
    </dgm:pt>
    <dgm:pt modelId="{7FF98F90-29CC-4425-9056-1CEBE38F9E60}" type="sibTrans" cxnId="{EE5A548A-3558-4C67-882B-087A4576F3AF}">
      <dgm:prSet/>
      <dgm:spPr/>
      <dgm:t>
        <a:bodyPr/>
        <a:lstStyle/>
        <a:p>
          <a:endParaRPr lang="en-US"/>
        </a:p>
      </dgm:t>
    </dgm:pt>
    <dgm:pt modelId="{1C83C1C4-2B03-4FD4-8509-4C16A644D163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Batch Size: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8 (per device).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3009CB-E5D8-467F-9BB2-19F5C62072D6}" type="parTrans" cxnId="{913230D4-E647-4985-A39D-7AB327DC097E}">
      <dgm:prSet/>
      <dgm:spPr/>
      <dgm:t>
        <a:bodyPr/>
        <a:lstStyle/>
        <a:p>
          <a:endParaRPr lang="en-US"/>
        </a:p>
      </dgm:t>
    </dgm:pt>
    <dgm:pt modelId="{00652375-7506-4709-BF3A-A84062DAE29C}" type="sibTrans" cxnId="{913230D4-E647-4985-A39D-7AB327DC097E}">
      <dgm:prSet/>
      <dgm:spPr/>
      <dgm:t>
        <a:bodyPr/>
        <a:lstStyle/>
        <a:p>
          <a:endParaRPr lang="en-US"/>
        </a:p>
      </dgm:t>
    </dgm:pt>
    <dgm:pt modelId="{214760AB-06C1-4031-955E-9B595944D0D1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Rate: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2e-5 (Lower LR for transfer learning).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D643B48-CBFB-4E56-B26B-700EA0AFF3C6}" type="parTrans" cxnId="{1E69AE15-8B2A-4496-9B16-B36613196E8F}">
      <dgm:prSet/>
      <dgm:spPr/>
      <dgm:t>
        <a:bodyPr/>
        <a:lstStyle/>
        <a:p>
          <a:endParaRPr lang="en-US"/>
        </a:p>
      </dgm:t>
    </dgm:pt>
    <dgm:pt modelId="{43010DBB-FD30-44BC-928A-A34E3FAE0800}" type="sibTrans" cxnId="{1E69AE15-8B2A-4496-9B16-B36613196E8F}">
      <dgm:prSet/>
      <dgm:spPr/>
      <dgm:t>
        <a:bodyPr/>
        <a:lstStyle/>
        <a:p>
          <a:endParaRPr lang="en-US"/>
        </a:p>
      </dgm:t>
    </dgm:pt>
    <dgm:pt modelId="{DE64BB88-2D8D-404E-802F-FC4DAB447A9A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Warmup Steps: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100.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F3BF7A3-730D-4D26-A6DC-6E30E81595F4}" type="parTrans" cxnId="{BDF576AA-65EB-4F43-B6E7-49D9016C16B7}">
      <dgm:prSet/>
      <dgm:spPr/>
      <dgm:t>
        <a:bodyPr/>
        <a:lstStyle/>
        <a:p>
          <a:endParaRPr lang="en-US"/>
        </a:p>
      </dgm:t>
    </dgm:pt>
    <dgm:pt modelId="{A77489D1-1B5B-4EC2-A47B-2DC5EDFFADED}" type="sibTrans" cxnId="{BDF576AA-65EB-4F43-B6E7-49D9016C16B7}">
      <dgm:prSet/>
      <dgm:spPr/>
      <dgm:t>
        <a:bodyPr/>
        <a:lstStyle/>
        <a:p>
          <a:endParaRPr lang="en-US"/>
        </a:p>
      </dgm:t>
    </dgm:pt>
    <dgm:pt modelId="{956D7920-4775-4B63-9BCB-E54B99527CCA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Save Strategy: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Keep best 2 checkpoints based on eval loss.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80CBCB-51B6-4A2A-83FD-A20AC8EAF525}" type="parTrans" cxnId="{EE5A7164-58E7-4A7F-8FCC-6DB31018BB60}">
      <dgm:prSet/>
      <dgm:spPr/>
      <dgm:t>
        <a:bodyPr/>
        <a:lstStyle/>
        <a:p>
          <a:endParaRPr lang="en-US"/>
        </a:p>
      </dgm:t>
    </dgm:pt>
    <dgm:pt modelId="{F7A5E8FC-1905-4AB3-96FE-A4E9F23D040C}" type="sibTrans" cxnId="{EE5A7164-58E7-4A7F-8FCC-6DB31018BB60}">
      <dgm:prSet/>
      <dgm:spPr/>
      <dgm:t>
        <a:bodyPr/>
        <a:lstStyle/>
        <a:p>
          <a:endParaRPr lang="en-US"/>
        </a:p>
      </dgm:t>
    </dgm:pt>
    <dgm:pt modelId="{7523C257-39F6-4A4C-BD87-7206513B7F34}" type="pres">
      <dgm:prSet presAssocID="{5D3FC4D9-2C0B-48B3-BFED-560DAF3CF4CC}" presName="linear" presStyleCnt="0">
        <dgm:presLayoutVars>
          <dgm:animLvl val="lvl"/>
          <dgm:resizeHandles val="exact"/>
        </dgm:presLayoutVars>
      </dgm:prSet>
      <dgm:spPr/>
    </dgm:pt>
    <dgm:pt modelId="{8DB028F8-7BDB-4104-BA42-8F9B4A8FFC0C}" type="pres">
      <dgm:prSet presAssocID="{96B33296-3225-49CB-9E74-01660C93864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9C54E20-088C-46D0-B52F-C3596FB3C79B}" type="pres">
      <dgm:prSet presAssocID="{7FF98F90-29CC-4425-9056-1CEBE38F9E60}" presName="spacer" presStyleCnt="0"/>
      <dgm:spPr/>
    </dgm:pt>
    <dgm:pt modelId="{42A3B742-8C79-406D-A659-8B3B29C28007}" type="pres">
      <dgm:prSet presAssocID="{1C83C1C4-2B03-4FD4-8509-4C16A644D16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2B5E002-B5E0-4E33-AEB1-E93469F77DC1}" type="pres">
      <dgm:prSet presAssocID="{00652375-7506-4709-BF3A-A84062DAE29C}" presName="spacer" presStyleCnt="0"/>
      <dgm:spPr/>
    </dgm:pt>
    <dgm:pt modelId="{AAB761B9-55E0-4FD8-92F6-BB5F1AAD780E}" type="pres">
      <dgm:prSet presAssocID="{214760AB-06C1-4031-955E-9B595944D0D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0D64BFF-0953-4358-BEAE-5C852D29BEEC}" type="pres">
      <dgm:prSet presAssocID="{43010DBB-FD30-44BC-928A-A34E3FAE0800}" presName="spacer" presStyleCnt="0"/>
      <dgm:spPr/>
    </dgm:pt>
    <dgm:pt modelId="{65347AD1-02DE-4EA1-8AEB-77711826B7A2}" type="pres">
      <dgm:prSet presAssocID="{DE64BB88-2D8D-404E-802F-FC4DAB447A9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E372C8D-0E03-41FB-8528-9AA30CD2E6DA}" type="pres">
      <dgm:prSet presAssocID="{A77489D1-1B5B-4EC2-A47B-2DC5EDFFADED}" presName="spacer" presStyleCnt="0"/>
      <dgm:spPr/>
    </dgm:pt>
    <dgm:pt modelId="{F869BFFA-7E7F-47B9-8B93-6BB3A88D8814}" type="pres">
      <dgm:prSet presAssocID="{956D7920-4775-4B63-9BCB-E54B99527CC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E69AE15-8B2A-4496-9B16-B36613196E8F}" srcId="{5D3FC4D9-2C0B-48B3-BFED-560DAF3CF4CC}" destId="{214760AB-06C1-4031-955E-9B595944D0D1}" srcOrd="2" destOrd="0" parTransId="{FD643B48-CBFB-4E56-B26B-700EA0AFF3C6}" sibTransId="{43010DBB-FD30-44BC-928A-A34E3FAE0800}"/>
    <dgm:cxn modelId="{CA806619-B189-4B0A-AF83-1DE82E36B410}" type="presOf" srcId="{214760AB-06C1-4031-955E-9B595944D0D1}" destId="{AAB761B9-55E0-4FD8-92F6-BB5F1AAD780E}" srcOrd="0" destOrd="0" presId="urn:microsoft.com/office/officeart/2005/8/layout/vList2"/>
    <dgm:cxn modelId="{EE5A7164-58E7-4A7F-8FCC-6DB31018BB60}" srcId="{5D3FC4D9-2C0B-48B3-BFED-560DAF3CF4CC}" destId="{956D7920-4775-4B63-9BCB-E54B99527CCA}" srcOrd="4" destOrd="0" parTransId="{9380CBCB-51B6-4A2A-83FD-A20AC8EAF525}" sibTransId="{F7A5E8FC-1905-4AB3-96FE-A4E9F23D040C}"/>
    <dgm:cxn modelId="{246C4257-D643-45FD-BC0C-3724BC781A18}" type="presOf" srcId="{5D3FC4D9-2C0B-48B3-BFED-560DAF3CF4CC}" destId="{7523C257-39F6-4A4C-BD87-7206513B7F34}" srcOrd="0" destOrd="0" presId="urn:microsoft.com/office/officeart/2005/8/layout/vList2"/>
    <dgm:cxn modelId="{EE5A548A-3558-4C67-882B-087A4576F3AF}" srcId="{5D3FC4D9-2C0B-48B3-BFED-560DAF3CF4CC}" destId="{96B33296-3225-49CB-9E74-01660C938646}" srcOrd="0" destOrd="0" parTransId="{50D9CF13-B9D8-4D35-8F41-EE95F682B6D4}" sibTransId="{7FF98F90-29CC-4425-9056-1CEBE38F9E60}"/>
    <dgm:cxn modelId="{BDF576AA-65EB-4F43-B6E7-49D9016C16B7}" srcId="{5D3FC4D9-2C0B-48B3-BFED-560DAF3CF4CC}" destId="{DE64BB88-2D8D-404E-802F-FC4DAB447A9A}" srcOrd="3" destOrd="0" parTransId="{BF3BF7A3-730D-4D26-A6DC-6E30E81595F4}" sibTransId="{A77489D1-1B5B-4EC2-A47B-2DC5EDFFADED}"/>
    <dgm:cxn modelId="{D7F361AC-C107-4667-A780-62AF9DEF3031}" type="presOf" srcId="{96B33296-3225-49CB-9E74-01660C938646}" destId="{8DB028F8-7BDB-4104-BA42-8F9B4A8FFC0C}" srcOrd="0" destOrd="0" presId="urn:microsoft.com/office/officeart/2005/8/layout/vList2"/>
    <dgm:cxn modelId="{913230D4-E647-4985-A39D-7AB327DC097E}" srcId="{5D3FC4D9-2C0B-48B3-BFED-560DAF3CF4CC}" destId="{1C83C1C4-2B03-4FD4-8509-4C16A644D163}" srcOrd="1" destOrd="0" parTransId="{F73009CB-E5D8-467F-9BB2-19F5C62072D6}" sibTransId="{00652375-7506-4709-BF3A-A84062DAE29C}"/>
    <dgm:cxn modelId="{C1FE55DC-D1CC-42AE-BD61-E241BF4D2FBF}" type="presOf" srcId="{1C83C1C4-2B03-4FD4-8509-4C16A644D163}" destId="{42A3B742-8C79-406D-A659-8B3B29C28007}" srcOrd="0" destOrd="0" presId="urn:microsoft.com/office/officeart/2005/8/layout/vList2"/>
    <dgm:cxn modelId="{CFF0B9EE-4B2C-4B2A-803A-ED197044CB1D}" type="presOf" srcId="{956D7920-4775-4B63-9BCB-E54B99527CCA}" destId="{F869BFFA-7E7F-47B9-8B93-6BB3A88D8814}" srcOrd="0" destOrd="0" presId="urn:microsoft.com/office/officeart/2005/8/layout/vList2"/>
    <dgm:cxn modelId="{DFC16AFA-16E0-46EA-AFE8-C272F62E401C}" type="presOf" srcId="{DE64BB88-2D8D-404E-802F-FC4DAB447A9A}" destId="{65347AD1-02DE-4EA1-8AEB-77711826B7A2}" srcOrd="0" destOrd="0" presId="urn:microsoft.com/office/officeart/2005/8/layout/vList2"/>
    <dgm:cxn modelId="{BF113CDE-ABEA-4272-8364-36AA3D0DDBC4}" type="presParOf" srcId="{7523C257-39F6-4A4C-BD87-7206513B7F34}" destId="{8DB028F8-7BDB-4104-BA42-8F9B4A8FFC0C}" srcOrd="0" destOrd="0" presId="urn:microsoft.com/office/officeart/2005/8/layout/vList2"/>
    <dgm:cxn modelId="{634403CC-D801-43F4-A0EB-1554A4D865D5}" type="presParOf" srcId="{7523C257-39F6-4A4C-BD87-7206513B7F34}" destId="{49C54E20-088C-46D0-B52F-C3596FB3C79B}" srcOrd="1" destOrd="0" presId="urn:microsoft.com/office/officeart/2005/8/layout/vList2"/>
    <dgm:cxn modelId="{20B107BA-F152-41A4-9923-631DE112D278}" type="presParOf" srcId="{7523C257-39F6-4A4C-BD87-7206513B7F34}" destId="{42A3B742-8C79-406D-A659-8B3B29C28007}" srcOrd="2" destOrd="0" presId="urn:microsoft.com/office/officeart/2005/8/layout/vList2"/>
    <dgm:cxn modelId="{167A5189-9EF9-4C81-9EDE-B97CE4D39336}" type="presParOf" srcId="{7523C257-39F6-4A4C-BD87-7206513B7F34}" destId="{72B5E002-B5E0-4E33-AEB1-E93469F77DC1}" srcOrd="3" destOrd="0" presId="urn:microsoft.com/office/officeart/2005/8/layout/vList2"/>
    <dgm:cxn modelId="{66EF0E09-0952-41FB-89F2-313A3F2A598B}" type="presParOf" srcId="{7523C257-39F6-4A4C-BD87-7206513B7F34}" destId="{AAB761B9-55E0-4FD8-92F6-BB5F1AAD780E}" srcOrd="4" destOrd="0" presId="urn:microsoft.com/office/officeart/2005/8/layout/vList2"/>
    <dgm:cxn modelId="{259C1F20-1355-4401-8C76-B3424421922E}" type="presParOf" srcId="{7523C257-39F6-4A4C-BD87-7206513B7F34}" destId="{A0D64BFF-0953-4358-BEAE-5C852D29BEEC}" srcOrd="5" destOrd="0" presId="urn:microsoft.com/office/officeart/2005/8/layout/vList2"/>
    <dgm:cxn modelId="{E5F80EF8-352C-4137-A2C3-C98E03C541AD}" type="presParOf" srcId="{7523C257-39F6-4A4C-BD87-7206513B7F34}" destId="{65347AD1-02DE-4EA1-8AEB-77711826B7A2}" srcOrd="6" destOrd="0" presId="urn:microsoft.com/office/officeart/2005/8/layout/vList2"/>
    <dgm:cxn modelId="{EABD33D1-BCB8-4B15-BEF5-58628BE1DF1A}" type="presParOf" srcId="{7523C257-39F6-4A4C-BD87-7206513B7F34}" destId="{5E372C8D-0E03-41FB-8528-9AA30CD2E6DA}" srcOrd="7" destOrd="0" presId="urn:microsoft.com/office/officeart/2005/8/layout/vList2"/>
    <dgm:cxn modelId="{EAD1E865-3043-4CD4-B74B-4DF33BCBE068}" type="presParOf" srcId="{7523C257-39F6-4A4C-BD87-7206513B7F34}" destId="{F869BFFA-7E7F-47B9-8B93-6BB3A88D881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B4759E-909D-4F42-8593-6EB6C908EC3D}">
      <dsp:nvSpPr>
        <dsp:cNvPr id="0" name=""/>
        <dsp:cNvSpPr/>
      </dsp:nvSpPr>
      <dsp:spPr>
        <a:xfrm>
          <a:off x="1020487" y="558896"/>
          <a:ext cx="1098562" cy="109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5A741-B0EF-4AFC-AD16-298A5706E290}">
      <dsp:nvSpPr>
        <dsp:cNvPr id="0" name=""/>
        <dsp:cNvSpPr/>
      </dsp:nvSpPr>
      <dsp:spPr>
        <a:xfrm>
          <a:off x="393" y="1796501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Problem Statement: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3" y="1796501"/>
        <a:ext cx="3138750" cy="470812"/>
      </dsp:txXfrm>
    </dsp:sp>
    <dsp:sp modelId="{4EF1EB3C-2231-439B-8175-BF1AF24EE228}">
      <dsp:nvSpPr>
        <dsp:cNvPr id="0" name=""/>
        <dsp:cNvSpPr/>
      </dsp:nvSpPr>
      <dsp:spPr>
        <a:xfrm>
          <a:off x="393" y="2331984"/>
          <a:ext cx="3138750" cy="1460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Current repair solutions suffer from inaccurate part identification and static knowledge bases.</a:t>
          </a: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Users face poor experiences with limited agentic capabilities (no reasoning/memory).</a:t>
          </a: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3" y="2331984"/>
        <a:ext cx="3138750" cy="1460457"/>
      </dsp:txXfrm>
    </dsp:sp>
    <dsp:sp modelId="{4CBA18C1-2C5F-4082-97FB-5718F35E49D0}">
      <dsp:nvSpPr>
        <dsp:cNvPr id="0" name=""/>
        <dsp:cNvSpPr/>
      </dsp:nvSpPr>
      <dsp:spPr>
        <a:xfrm>
          <a:off x="4708518" y="558896"/>
          <a:ext cx="1098562" cy="109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A5A362-BEE8-41D0-937E-DE77BD5B6AE0}">
      <dsp:nvSpPr>
        <dsp:cNvPr id="0" name=""/>
        <dsp:cNvSpPr/>
      </dsp:nvSpPr>
      <dsp:spPr>
        <a:xfrm>
          <a:off x="3688425" y="1796501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The Task: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88425" y="1796501"/>
        <a:ext cx="3138750" cy="470812"/>
      </dsp:txXfrm>
    </dsp:sp>
    <dsp:sp modelId="{EC997789-BCF0-486F-A717-3B758353CE9C}">
      <dsp:nvSpPr>
        <dsp:cNvPr id="0" name=""/>
        <dsp:cNvSpPr/>
      </dsp:nvSpPr>
      <dsp:spPr>
        <a:xfrm>
          <a:off x="3688425" y="2331984"/>
          <a:ext cx="3138750" cy="1460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Develop an intelligent system combining Vision AI, RAG, and AI Agents.</a:t>
          </a:r>
          <a:endParaRPr lang="en-US" sz="1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Provide accurate, context-aware automotive repair guidance.</a:t>
          </a: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88425" y="2331984"/>
        <a:ext cx="3138750" cy="1460457"/>
      </dsp:txXfrm>
    </dsp:sp>
    <dsp:sp modelId="{5CC0E5F5-8E8C-44F3-9AD7-9A976CC023C4}">
      <dsp:nvSpPr>
        <dsp:cNvPr id="0" name=""/>
        <dsp:cNvSpPr/>
      </dsp:nvSpPr>
      <dsp:spPr>
        <a:xfrm>
          <a:off x="8396550" y="558896"/>
          <a:ext cx="1098562" cy="1098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2A24E2-BE53-4D1C-B7E4-D55F18790A92}">
      <dsp:nvSpPr>
        <dsp:cNvPr id="0" name=""/>
        <dsp:cNvSpPr/>
      </dsp:nvSpPr>
      <dsp:spPr>
        <a:xfrm>
          <a:off x="7376456" y="1796501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Core Goals: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376456" y="1796501"/>
        <a:ext cx="3138750" cy="470812"/>
      </dsp:txXfrm>
    </dsp:sp>
    <dsp:sp modelId="{AC41F877-3703-4DE0-A2FB-029569FB85E4}">
      <dsp:nvSpPr>
        <dsp:cNvPr id="0" name=""/>
        <dsp:cNvSpPr/>
      </dsp:nvSpPr>
      <dsp:spPr>
        <a:xfrm>
          <a:off x="7376456" y="2331984"/>
          <a:ext cx="3138750" cy="1460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91% accurate part identification.</a:t>
          </a:r>
          <a:endParaRPr lang="en-US" sz="1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Dynamic knowledge retrieval via PDFs.</a:t>
          </a:r>
          <a:endParaRPr lang="en-US" sz="1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Conversational interface with memory.</a:t>
          </a: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376456" y="2331984"/>
        <a:ext cx="3138750" cy="14604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E979B4-A82E-4319-A49E-35F0F1FE2F2C}">
      <dsp:nvSpPr>
        <dsp:cNvPr id="0" name=""/>
        <dsp:cNvSpPr/>
      </dsp:nvSpPr>
      <dsp:spPr>
        <a:xfrm>
          <a:off x="0" y="513"/>
          <a:ext cx="6245265" cy="7066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2BBF92-2818-4941-A97A-D6BE9C4FCF1D}">
      <dsp:nvSpPr>
        <dsp:cNvPr id="0" name=""/>
        <dsp:cNvSpPr/>
      </dsp:nvSpPr>
      <dsp:spPr>
        <a:xfrm>
          <a:off x="213760" y="159508"/>
          <a:ext cx="388654" cy="3886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3BD1E-7281-4EF8-95C6-F8C90CEA57B1}">
      <dsp:nvSpPr>
        <dsp:cNvPr id="0" name=""/>
        <dsp:cNvSpPr/>
      </dsp:nvSpPr>
      <dsp:spPr>
        <a:xfrm>
          <a:off x="816175" y="513"/>
          <a:ext cx="5429089" cy="706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787" tIns="74787" rIns="74787" bIns="7478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Preprocessing:</a:t>
          </a:r>
          <a:endParaRPr lang="en-US" sz="1600" kern="1200"/>
        </a:p>
      </dsp:txBody>
      <dsp:txXfrm>
        <a:off x="816175" y="513"/>
        <a:ext cx="5429089" cy="706645"/>
      </dsp:txXfrm>
    </dsp:sp>
    <dsp:sp modelId="{056F652C-F4BF-458B-A297-D80F9256D2F3}">
      <dsp:nvSpPr>
        <dsp:cNvPr id="0" name=""/>
        <dsp:cNvSpPr/>
      </dsp:nvSpPr>
      <dsp:spPr>
        <a:xfrm>
          <a:off x="0" y="883819"/>
          <a:ext cx="6245265" cy="7066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2437DE-22BE-4D5D-9DE9-F73EC5A61F2F}">
      <dsp:nvSpPr>
        <dsp:cNvPr id="0" name=""/>
        <dsp:cNvSpPr/>
      </dsp:nvSpPr>
      <dsp:spPr>
        <a:xfrm>
          <a:off x="213760" y="1042814"/>
          <a:ext cx="388654" cy="3886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D6E6B-0BFC-4F18-9BE2-F481BCEEC32C}">
      <dsp:nvSpPr>
        <dsp:cNvPr id="0" name=""/>
        <dsp:cNvSpPr/>
      </dsp:nvSpPr>
      <dsp:spPr>
        <a:xfrm>
          <a:off x="816175" y="883819"/>
          <a:ext cx="5429089" cy="706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787" tIns="74787" rIns="74787" bIns="7478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Resize:</a:t>
          </a:r>
          <a:r>
            <a:rPr lang="en-US" sz="1600" b="0" i="0" kern="1200" baseline="0"/>
            <a:t> All images resized to 224x224 pixels (ResNet-50 input standard).</a:t>
          </a:r>
          <a:endParaRPr lang="en-US" sz="1600" kern="1200"/>
        </a:p>
      </dsp:txBody>
      <dsp:txXfrm>
        <a:off x="816175" y="883819"/>
        <a:ext cx="5429089" cy="706645"/>
      </dsp:txXfrm>
    </dsp:sp>
    <dsp:sp modelId="{9528A53C-9591-4102-B9E0-DCD5BBB323AA}">
      <dsp:nvSpPr>
        <dsp:cNvPr id="0" name=""/>
        <dsp:cNvSpPr/>
      </dsp:nvSpPr>
      <dsp:spPr>
        <a:xfrm>
          <a:off x="0" y="1767126"/>
          <a:ext cx="6245265" cy="70664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C56448-9375-46DF-A15B-DDE4A0C9E3D5}">
      <dsp:nvSpPr>
        <dsp:cNvPr id="0" name=""/>
        <dsp:cNvSpPr/>
      </dsp:nvSpPr>
      <dsp:spPr>
        <a:xfrm>
          <a:off x="213760" y="1926121"/>
          <a:ext cx="388654" cy="3886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FB9562-928E-4B56-98E3-2CF9C29D6F84}">
      <dsp:nvSpPr>
        <dsp:cNvPr id="0" name=""/>
        <dsp:cNvSpPr/>
      </dsp:nvSpPr>
      <dsp:spPr>
        <a:xfrm>
          <a:off x="816175" y="1767126"/>
          <a:ext cx="2810369" cy="706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787" tIns="74787" rIns="74787" bIns="7478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Normalization:</a:t>
          </a:r>
          <a:r>
            <a:rPr lang="en-US" sz="1600" b="0" i="0" kern="1200" baseline="0"/>
            <a:t> Applied ImageNet statistics:</a:t>
          </a:r>
          <a:endParaRPr lang="en-US" sz="1600" kern="1200"/>
        </a:p>
      </dsp:txBody>
      <dsp:txXfrm>
        <a:off x="816175" y="1767126"/>
        <a:ext cx="2810369" cy="706645"/>
      </dsp:txXfrm>
    </dsp:sp>
    <dsp:sp modelId="{0394407A-F7CF-4BC1-8343-975F2F8169FD}">
      <dsp:nvSpPr>
        <dsp:cNvPr id="0" name=""/>
        <dsp:cNvSpPr/>
      </dsp:nvSpPr>
      <dsp:spPr>
        <a:xfrm>
          <a:off x="3626544" y="1767126"/>
          <a:ext cx="2618720" cy="706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787" tIns="74787" rIns="74787" bIns="74787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Mean (μ) = [0.485, 0.456, 0.406] 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Std Dev (σ) = [0.229, 0.224, 0.225] </a:t>
          </a:r>
          <a:endParaRPr lang="en-US" sz="1300" kern="1200"/>
        </a:p>
      </dsp:txBody>
      <dsp:txXfrm>
        <a:off x="3626544" y="1767126"/>
        <a:ext cx="2618720" cy="706645"/>
      </dsp:txXfrm>
    </dsp:sp>
    <dsp:sp modelId="{91DEDC8C-9C6E-4FFD-B361-A0550A09D396}">
      <dsp:nvSpPr>
        <dsp:cNvPr id="0" name=""/>
        <dsp:cNvSpPr/>
      </dsp:nvSpPr>
      <dsp:spPr>
        <a:xfrm>
          <a:off x="0" y="2650432"/>
          <a:ext cx="6245265" cy="70664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231D20-FB7B-4F14-9C14-D89A5C6B60FB}">
      <dsp:nvSpPr>
        <dsp:cNvPr id="0" name=""/>
        <dsp:cNvSpPr/>
      </dsp:nvSpPr>
      <dsp:spPr>
        <a:xfrm>
          <a:off x="213760" y="2809427"/>
          <a:ext cx="388654" cy="3886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A42D2-7FBF-4CEF-A2FC-3E4BCC80FDEF}">
      <dsp:nvSpPr>
        <dsp:cNvPr id="0" name=""/>
        <dsp:cNvSpPr/>
      </dsp:nvSpPr>
      <dsp:spPr>
        <a:xfrm>
          <a:off x="816175" y="2650432"/>
          <a:ext cx="5429089" cy="706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787" tIns="74787" rIns="74787" bIns="7478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Augmentation Strategy:</a:t>
          </a:r>
          <a:endParaRPr lang="en-US" sz="1600" kern="1200"/>
        </a:p>
      </dsp:txBody>
      <dsp:txXfrm>
        <a:off x="816175" y="2650432"/>
        <a:ext cx="5429089" cy="706645"/>
      </dsp:txXfrm>
    </dsp:sp>
    <dsp:sp modelId="{98B431FC-07BE-43F3-AEB8-0F176C4582A4}">
      <dsp:nvSpPr>
        <dsp:cNvPr id="0" name=""/>
        <dsp:cNvSpPr/>
      </dsp:nvSpPr>
      <dsp:spPr>
        <a:xfrm>
          <a:off x="0" y="3533738"/>
          <a:ext cx="6245265" cy="70664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8C0F46-0203-4134-B475-4170BB43EE04}">
      <dsp:nvSpPr>
        <dsp:cNvPr id="0" name=""/>
        <dsp:cNvSpPr/>
      </dsp:nvSpPr>
      <dsp:spPr>
        <a:xfrm>
          <a:off x="213760" y="3692733"/>
          <a:ext cx="388654" cy="38865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1C305-D2F7-4F19-91DE-B591C854CD95}">
      <dsp:nvSpPr>
        <dsp:cNvPr id="0" name=""/>
        <dsp:cNvSpPr/>
      </dsp:nvSpPr>
      <dsp:spPr>
        <a:xfrm>
          <a:off x="816175" y="3533738"/>
          <a:ext cx="5429089" cy="706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787" tIns="74787" rIns="74787" bIns="7478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Random rotation (±15°).</a:t>
          </a:r>
          <a:endParaRPr lang="en-US" sz="1600" kern="1200"/>
        </a:p>
      </dsp:txBody>
      <dsp:txXfrm>
        <a:off x="816175" y="3533738"/>
        <a:ext cx="5429089" cy="706645"/>
      </dsp:txXfrm>
    </dsp:sp>
    <dsp:sp modelId="{2DEB0E30-399C-4920-BB88-5FC94EAC9662}">
      <dsp:nvSpPr>
        <dsp:cNvPr id="0" name=""/>
        <dsp:cNvSpPr/>
      </dsp:nvSpPr>
      <dsp:spPr>
        <a:xfrm>
          <a:off x="0" y="4417045"/>
          <a:ext cx="6245265" cy="7066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30A27F-D960-4411-AAAF-271B4DE9E0E0}">
      <dsp:nvSpPr>
        <dsp:cNvPr id="0" name=""/>
        <dsp:cNvSpPr/>
      </dsp:nvSpPr>
      <dsp:spPr>
        <a:xfrm>
          <a:off x="213760" y="4576040"/>
          <a:ext cx="388654" cy="38865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48E05-FCCA-421E-AD42-146530C018C8}">
      <dsp:nvSpPr>
        <dsp:cNvPr id="0" name=""/>
        <dsp:cNvSpPr/>
      </dsp:nvSpPr>
      <dsp:spPr>
        <a:xfrm>
          <a:off x="816175" y="4417045"/>
          <a:ext cx="5429089" cy="706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787" tIns="74787" rIns="74787" bIns="7478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Brightness jitter (±0.2).</a:t>
          </a:r>
          <a:endParaRPr lang="en-US" sz="1600" kern="1200"/>
        </a:p>
      </dsp:txBody>
      <dsp:txXfrm>
        <a:off x="816175" y="4417045"/>
        <a:ext cx="5429089" cy="706645"/>
      </dsp:txXfrm>
    </dsp:sp>
    <dsp:sp modelId="{BF56FC7C-AB01-48A9-9719-6DBF1FA50B6F}">
      <dsp:nvSpPr>
        <dsp:cNvPr id="0" name=""/>
        <dsp:cNvSpPr/>
      </dsp:nvSpPr>
      <dsp:spPr>
        <a:xfrm>
          <a:off x="0" y="5300351"/>
          <a:ext cx="6245265" cy="7066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02D8A8-34CF-42E7-A52F-B9FD7491815F}">
      <dsp:nvSpPr>
        <dsp:cNvPr id="0" name=""/>
        <dsp:cNvSpPr/>
      </dsp:nvSpPr>
      <dsp:spPr>
        <a:xfrm>
          <a:off x="213760" y="5459346"/>
          <a:ext cx="388654" cy="38865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1A6F3-EA48-49B9-9329-CC1CE5A612B3}">
      <dsp:nvSpPr>
        <dsp:cNvPr id="0" name=""/>
        <dsp:cNvSpPr/>
      </dsp:nvSpPr>
      <dsp:spPr>
        <a:xfrm>
          <a:off x="816175" y="5300351"/>
          <a:ext cx="5429089" cy="706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787" tIns="74787" rIns="74787" bIns="7478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Horizontal flip.</a:t>
          </a:r>
          <a:endParaRPr lang="en-US" sz="1600" kern="1200"/>
        </a:p>
      </dsp:txBody>
      <dsp:txXfrm>
        <a:off x="816175" y="5300351"/>
        <a:ext cx="5429089" cy="7066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FFD0A4-28D7-4424-BD7A-7C29DA211E17}">
      <dsp:nvSpPr>
        <dsp:cNvPr id="0" name=""/>
        <dsp:cNvSpPr/>
      </dsp:nvSpPr>
      <dsp:spPr>
        <a:xfrm>
          <a:off x="425195" y="0"/>
          <a:ext cx="5513832" cy="5513832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5DBBD0-1EDA-4F3A-B444-74C955D00D46}">
      <dsp:nvSpPr>
        <dsp:cNvPr id="0" name=""/>
        <dsp:cNvSpPr/>
      </dsp:nvSpPr>
      <dsp:spPr>
        <a:xfrm>
          <a:off x="949010" y="523814"/>
          <a:ext cx="2150394" cy="215039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Vision Agent:</a:t>
          </a:r>
          <a:r>
            <a:rPr lang="en-US" sz="19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Autonomous reasoning to analyze images and provide confidence scores.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53984" y="628788"/>
        <a:ext cx="1940446" cy="1940446"/>
      </dsp:txXfrm>
    </dsp:sp>
    <dsp:sp modelId="{C38DBB71-1B9A-4392-BCEB-E85E5DB47781}">
      <dsp:nvSpPr>
        <dsp:cNvPr id="0" name=""/>
        <dsp:cNvSpPr/>
      </dsp:nvSpPr>
      <dsp:spPr>
        <a:xfrm>
          <a:off x="3264819" y="523814"/>
          <a:ext cx="2150394" cy="2150394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Language Agent:</a:t>
          </a:r>
          <a:r>
            <a:rPr lang="en-US" sz="19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Context-aware conversational AI that handles multi-turn reasoning.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69793" y="628788"/>
        <a:ext cx="1940446" cy="1940446"/>
      </dsp:txXfrm>
    </dsp:sp>
    <dsp:sp modelId="{94BCD406-024E-4234-97C7-47D8884D9ACC}">
      <dsp:nvSpPr>
        <dsp:cNvPr id="0" name=""/>
        <dsp:cNvSpPr/>
      </dsp:nvSpPr>
      <dsp:spPr>
        <a:xfrm>
          <a:off x="949010" y="2839623"/>
          <a:ext cx="2150394" cy="2150394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RAG Agent:</a:t>
          </a:r>
          <a:r>
            <a:rPr lang="en-US" sz="19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Dynamic knowledge learner that conditions the LLM on retrieved docs.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53984" y="2944597"/>
        <a:ext cx="1940446" cy="1940446"/>
      </dsp:txXfrm>
    </dsp:sp>
    <dsp:sp modelId="{5BC996EF-0A34-46A9-A8D6-87F3A0098210}">
      <dsp:nvSpPr>
        <dsp:cNvPr id="0" name=""/>
        <dsp:cNvSpPr/>
      </dsp:nvSpPr>
      <dsp:spPr>
        <a:xfrm>
          <a:off x="3264819" y="2839623"/>
          <a:ext cx="2150394" cy="2150394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Orchestration Logic:</a:t>
          </a:r>
          <a:endParaRPr lang="en-US" sz="1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Combine Vision Output + RAG Context + Conversation History  -&gt;  Final Response.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69793" y="2944597"/>
        <a:ext cx="1940446" cy="19404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08DBB6-EEE6-4904-9C4E-DCE36E0B536A}">
      <dsp:nvSpPr>
        <dsp:cNvPr id="0" name=""/>
        <dsp:cNvSpPr/>
      </dsp:nvSpPr>
      <dsp:spPr>
        <a:xfrm>
          <a:off x="2893111" y="2756915"/>
          <a:ext cx="578000" cy="6213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9000" y="0"/>
              </a:lnTo>
              <a:lnTo>
                <a:pt x="289000" y="621350"/>
              </a:lnTo>
              <a:lnTo>
                <a:pt x="578000" y="62135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F86865-AECC-4F9A-B6E1-0D7E467E279A}">
      <dsp:nvSpPr>
        <dsp:cNvPr id="0" name=""/>
        <dsp:cNvSpPr/>
      </dsp:nvSpPr>
      <dsp:spPr>
        <a:xfrm>
          <a:off x="2893111" y="2135565"/>
          <a:ext cx="578000" cy="621350"/>
        </a:xfrm>
        <a:custGeom>
          <a:avLst/>
          <a:gdLst/>
          <a:ahLst/>
          <a:cxnLst/>
          <a:rect l="0" t="0" r="0" b="0"/>
          <a:pathLst>
            <a:path>
              <a:moveTo>
                <a:pt x="0" y="621350"/>
              </a:moveTo>
              <a:lnTo>
                <a:pt x="289000" y="621350"/>
              </a:lnTo>
              <a:lnTo>
                <a:pt x="289000" y="0"/>
              </a:lnTo>
              <a:lnTo>
                <a:pt x="578000" y="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50E482-4831-4856-8B80-0615A9A7D845}">
      <dsp:nvSpPr>
        <dsp:cNvPr id="0" name=""/>
        <dsp:cNvSpPr/>
      </dsp:nvSpPr>
      <dsp:spPr>
        <a:xfrm>
          <a:off x="3107" y="1073488"/>
          <a:ext cx="2890004" cy="8814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Data Split:</a:t>
          </a:r>
          <a:r>
            <a:rPr lang="en-US" sz="21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Stratified split - 85% Training / 15% Validation.</a:t>
          </a:r>
          <a:endParaRPr lang="en-US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07" y="1073488"/>
        <a:ext cx="2890004" cy="881451"/>
      </dsp:txXfrm>
    </dsp:sp>
    <dsp:sp modelId="{79B36692-05DC-4A05-8C1A-7D6423CFED3A}">
      <dsp:nvSpPr>
        <dsp:cNvPr id="0" name=""/>
        <dsp:cNvSpPr/>
      </dsp:nvSpPr>
      <dsp:spPr>
        <a:xfrm>
          <a:off x="3107" y="2316190"/>
          <a:ext cx="2890004" cy="8814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Hardware:</a:t>
          </a:r>
          <a:endParaRPr lang="en-US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07" y="2316190"/>
        <a:ext cx="2890004" cy="881451"/>
      </dsp:txXfrm>
    </dsp:sp>
    <dsp:sp modelId="{5AE6E225-EE72-403F-8218-61E6F18D943E}">
      <dsp:nvSpPr>
        <dsp:cNvPr id="0" name=""/>
        <dsp:cNvSpPr/>
      </dsp:nvSpPr>
      <dsp:spPr>
        <a:xfrm>
          <a:off x="3471112" y="1694839"/>
          <a:ext cx="2890004" cy="88145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Training: GPU accelerated.</a:t>
          </a:r>
          <a:endParaRPr lang="en-US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71112" y="1694839"/>
        <a:ext cx="2890004" cy="881451"/>
      </dsp:txXfrm>
    </dsp:sp>
    <dsp:sp modelId="{3C081E5B-002B-4570-A3DD-EC60C0B9D857}">
      <dsp:nvSpPr>
        <dsp:cNvPr id="0" name=""/>
        <dsp:cNvSpPr/>
      </dsp:nvSpPr>
      <dsp:spPr>
        <a:xfrm>
          <a:off x="3471112" y="2937541"/>
          <a:ext cx="2890004" cy="88145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Inference Speed: ~15-20ms per image (GPU) vs 150-200ms (CPU).</a:t>
          </a:r>
          <a:endParaRPr lang="en-US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71112" y="2937541"/>
        <a:ext cx="2890004" cy="881451"/>
      </dsp:txXfrm>
    </dsp:sp>
    <dsp:sp modelId="{C350B5B8-3B19-4B39-8964-719263230C62}">
      <dsp:nvSpPr>
        <dsp:cNvPr id="0" name=""/>
        <dsp:cNvSpPr/>
      </dsp:nvSpPr>
      <dsp:spPr>
        <a:xfrm>
          <a:off x="3107" y="3558892"/>
          <a:ext cx="2890004" cy="88145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Metric:</a:t>
          </a:r>
          <a:r>
            <a:rPr lang="en-US" sz="21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Evaluated on Eval Loss and Accuracy.</a:t>
          </a:r>
          <a:endParaRPr lang="en-US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07" y="3558892"/>
        <a:ext cx="2890004" cy="8814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B028F8-7BDB-4104-BA42-8F9B4A8FFC0C}">
      <dsp:nvSpPr>
        <dsp:cNvPr id="0" name=""/>
        <dsp:cNvSpPr/>
      </dsp:nvSpPr>
      <dsp:spPr>
        <a:xfrm>
          <a:off x="0" y="34708"/>
          <a:ext cx="6364224" cy="102667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Epochs:</a:t>
          </a:r>
          <a:r>
            <a:rPr lang="en-US" sz="27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5.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118" y="84826"/>
        <a:ext cx="6263988" cy="926439"/>
      </dsp:txXfrm>
    </dsp:sp>
    <dsp:sp modelId="{42A3B742-8C79-406D-A659-8B3B29C28007}">
      <dsp:nvSpPr>
        <dsp:cNvPr id="0" name=""/>
        <dsp:cNvSpPr/>
      </dsp:nvSpPr>
      <dsp:spPr>
        <a:xfrm>
          <a:off x="0" y="1139143"/>
          <a:ext cx="6364224" cy="1026675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Batch Size:</a:t>
          </a:r>
          <a:r>
            <a:rPr lang="en-US" sz="27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8 (per device).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118" y="1189261"/>
        <a:ext cx="6263988" cy="926439"/>
      </dsp:txXfrm>
    </dsp:sp>
    <dsp:sp modelId="{AAB761B9-55E0-4FD8-92F6-BB5F1AAD780E}">
      <dsp:nvSpPr>
        <dsp:cNvPr id="0" name=""/>
        <dsp:cNvSpPr/>
      </dsp:nvSpPr>
      <dsp:spPr>
        <a:xfrm>
          <a:off x="0" y="2243578"/>
          <a:ext cx="6364224" cy="1026675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Rate:</a:t>
          </a:r>
          <a:r>
            <a:rPr lang="en-US" sz="27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2e-5 (Lower LR for transfer learning).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118" y="2293696"/>
        <a:ext cx="6263988" cy="926439"/>
      </dsp:txXfrm>
    </dsp:sp>
    <dsp:sp modelId="{65347AD1-02DE-4EA1-8AEB-77711826B7A2}">
      <dsp:nvSpPr>
        <dsp:cNvPr id="0" name=""/>
        <dsp:cNvSpPr/>
      </dsp:nvSpPr>
      <dsp:spPr>
        <a:xfrm>
          <a:off x="0" y="3348013"/>
          <a:ext cx="6364224" cy="1026675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Warmup Steps:</a:t>
          </a:r>
          <a:r>
            <a:rPr lang="en-US" sz="27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100.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118" y="3398131"/>
        <a:ext cx="6263988" cy="926439"/>
      </dsp:txXfrm>
    </dsp:sp>
    <dsp:sp modelId="{F869BFFA-7E7F-47B9-8B93-6BB3A88D8814}">
      <dsp:nvSpPr>
        <dsp:cNvPr id="0" name=""/>
        <dsp:cNvSpPr/>
      </dsp:nvSpPr>
      <dsp:spPr>
        <a:xfrm>
          <a:off x="0" y="4452448"/>
          <a:ext cx="6364224" cy="1026675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Save Strategy:</a:t>
          </a:r>
          <a:r>
            <a:rPr lang="en-US" sz="27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Keep best 2 checkpoints based on eval loss.</a:t>
          </a:r>
          <a:endParaRPr lang="en-US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118" y="4502566"/>
        <a:ext cx="6263988" cy="9264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05EA6-18D3-2272-23D5-19C26B08A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2B675-D7BE-F805-09F6-573CADFB7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857F3-4989-E3BF-9F85-DD6E0270F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8DE3-41EF-4599-96B0-D1ADDEF45F1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E873B-CAA2-DCB4-28EE-0A811975B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E939-1ECF-63F5-EFCC-97F419F92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60539-4F4B-4C95-9F9B-B572C08A0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169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94053-58F1-5967-AE69-6068AE7D4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F3A05-33CE-8D60-29D4-C777EF5B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885B8-7EF0-52D4-46E4-26F954CD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8DE3-41EF-4599-96B0-D1ADDEF45F1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04817-09F1-1A63-24D5-D8D06754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FE981-6425-0DBA-4627-4F64A438B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60539-4F4B-4C95-9F9B-B572C08A0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48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7AD4-D13F-A901-F264-FF0FAB5BD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E64C2-4F72-6B94-1AAC-A297A7B4F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76BCE-8658-3D8C-E531-CBBF605EC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8DE3-41EF-4599-96B0-D1ADDEF45F1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58955-2F97-B277-48E9-D9F16075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68D22-53B1-4790-4B98-E758D8DEB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60539-4F4B-4C95-9F9B-B572C08A0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27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1BC50-E566-C74B-5F6B-76823DC28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5DCD4-EA85-06C6-6A24-E39F3E805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00F31-4F25-4721-A348-A0F577CD1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76143-9CBA-F6B8-56C0-77CBF2CF2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8DE3-41EF-4599-96B0-D1ADDEF45F1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ABFE2-4892-9DF7-2F31-5A49850F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8FD12-7F34-5537-F730-2FA14222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60539-4F4B-4C95-9F9B-B572C08A0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370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8949-2959-D06D-BD04-D3A6B464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F9CDB-F72C-E190-4394-010705FEC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07AE7-B09D-29C1-E8C0-EAAE9C1A4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443595-2611-A278-9FD0-6600135EB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0015CD-F1AD-8FF8-259F-B3B19DBEE7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23B9F4-611D-1E90-6C9B-A8CD19EC2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8DE3-41EF-4599-96B0-D1ADDEF45F1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5FA7EF-4F19-7C3A-778A-8C94A226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86042C-38A9-B1FA-2F94-27B1A5870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60539-4F4B-4C95-9F9B-B572C08A0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60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6E067-F8B5-D0BB-767D-196258C55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C1B369-0955-7055-4314-F6616CEB2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8DE3-41EF-4599-96B0-D1ADDEF45F1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C5A7BD-740F-93CE-586C-AAFDDBF63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84C81B-B44F-C491-3BBC-BD6210FD9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60539-4F4B-4C95-9F9B-B572C08A0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534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038DD-FBA1-A208-50E4-BFD9798B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8DE3-41EF-4599-96B0-D1ADDEF45F1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18C9D1-6212-1325-F806-E8F87C85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854F2-2120-6AF3-DF73-5D1CDD9C5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60539-4F4B-4C95-9F9B-B572C08A0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907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B3F5-4850-DE9A-62F2-1E1B37C6A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046C5-5152-DD56-E736-C3EBE0F61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3EF9B-1453-BCC2-6871-A30B313B2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226AE-F60B-377F-F475-ADA25103B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8DE3-41EF-4599-96B0-D1ADDEF45F1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73DC3-81B8-FB9C-0A9A-9460F6D7D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1FBC2-D00E-4260-D369-8CE1F0AA9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60539-4F4B-4C95-9F9B-B572C08A0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451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5C18D-8DD6-E86D-145F-B30D98E7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CEFA5B-0872-DE7D-4011-829B3C511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BB81B-5DF6-01AE-3A3F-E1326F71F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55ACE-DB0B-D9BD-772C-34D31D4E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8DE3-41EF-4599-96B0-D1ADDEF45F1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945E9-56E6-846C-D3F9-C58AEDFC8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F826B-9225-47E2-A5C9-038735A9A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60539-4F4B-4C95-9F9B-B572C08A0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526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96A1F-67A2-349E-63E3-12A904EEC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8E612-762E-2000-0CC0-669973881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363A8-019A-BE07-D708-85D78143A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8DE3-41EF-4599-96B0-D1ADDEF45F1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37CAD-5792-4474-CA61-6E81D27D1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074B7-5E62-FB6A-DFDA-C42BDF07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60539-4F4B-4C95-9F9B-B572C08A0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477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D9F7D7-B91C-A75C-B8B3-01D52D7A5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2486E-46A1-06F3-0EF4-C8D8ADE8A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C7273-4B7D-FE14-D93E-4D81A6EB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8DE3-41EF-4599-96B0-D1ADDEF45F1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B6094-2D4B-CB6D-1537-CD64DD8D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B67AB-7FCD-2A44-56CA-E07A6E81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60539-4F4B-4C95-9F9B-B572C08A0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934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77BDD4-5AA0-A515-A8BC-DA598543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A2D25-B3ED-3D00-24C1-CD9044471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72BB0-E7C3-CA60-B7E3-91D852149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B8DE3-41EF-4599-96B0-D1ADDEF45F1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7443C-BB1E-D4C0-01D8-4FA827F28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432B1-DEC7-DD29-9051-23AE51C28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60539-4F4B-4C95-9F9B-B572C08A0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690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6100E-AE1D-A495-4176-D2DB461EAA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513C40-31F7-AFF6-0981-410F5CE251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C761377-18B9-60C8-A1AD-71110222C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27B726C-D4FD-A306-5BE3-E263B7A32ED7}"/>
              </a:ext>
            </a:extLst>
          </p:cNvPr>
          <p:cNvSpPr txBox="1">
            <a:spLocks/>
          </p:cNvSpPr>
          <p:nvPr/>
        </p:nvSpPr>
        <p:spPr>
          <a:xfrm>
            <a:off x="294967" y="1174376"/>
            <a:ext cx="4414685" cy="20407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Powered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Repair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20EB9EE-0585-B848-ED7F-9F35A0605BD3}"/>
              </a:ext>
            </a:extLst>
          </p:cNvPr>
          <p:cNvSpPr txBox="1">
            <a:spLocks/>
          </p:cNvSpPr>
          <p:nvPr/>
        </p:nvSpPr>
        <p:spPr>
          <a:xfrm>
            <a:off x="580103" y="3507658"/>
            <a:ext cx="3844412" cy="20288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Advisor: Dr. Muhammad Aminul Islam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Team: Ashok Kumar Jarugubilli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Bharath Chandra Reddy Ukanti 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Deshik Sastry Yarlagadda 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Yeswanth Labba</a:t>
            </a:r>
          </a:p>
          <a:p>
            <a:pPr algn="l"/>
            <a:endParaRPr lang="en-IN" dirty="0"/>
          </a:p>
        </p:txBody>
      </p:sp>
      <p:pic>
        <p:nvPicPr>
          <p:cNvPr id="7" name="Picture 6" descr="A car with a brain on it&#10;&#10;AI-generated content may be incorrect.">
            <a:extLst>
              <a:ext uri="{FF2B5EF4-FFF2-40B4-BE49-F238E27FC236}">
                <a16:creationId xmlns:a16="http://schemas.microsoft.com/office/drawing/2014/main" id="{DD5ACE06-B346-F257-1D2B-79AC8C36F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6917"/>
          <a:stretch>
            <a:fillRect/>
          </a:stretch>
        </p:blipFill>
        <p:spPr>
          <a:xfrm>
            <a:off x="4824248" y="1"/>
            <a:ext cx="7367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50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EFF497-393D-6772-E5E4-305F38A8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Intro &amp; Description of the Task</a:t>
            </a:r>
            <a:endParaRPr lang="en-IN" sz="52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E9A925F-1506-000A-8F20-B235823331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42171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2126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4E1CD-7B92-81B6-7590-82EB4CF1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Pipeline / Overview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0E0A29-657A-4633-0A40-35B14954AA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998112"/>
            <a:ext cx="3429000" cy="32198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Overview: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Vision Agent: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Fine-tuned ResNet-50 for precise car part identification.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RAG Module: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Knowledge retrieval from repair manuals.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 Agent: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Conversational AI for Q&amp;A and guidance.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Orchestration Layer: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Coordinates the vision, retrieval, and language components.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615ADC31-15A9-C841-CDBB-B9FF7A6D1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960920"/>
            <a:ext cx="6903720" cy="493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33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4480B1-72C7-65AE-82E8-F85E202D0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/ Data Flow</a:t>
            </a:r>
          </a:p>
        </p:txBody>
      </p:sp>
      <p:pic>
        <p:nvPicPr>
          <p:cNvPr id="6" name="Picture 5" descr="A diagram of a system&#10;&#10;AI-generated content may be incorrect.">
            <a:extLst>
              <a:ext uri="{FF2B5EF4-FFF2-40B4-BE49-F238E27FC236}">
                <a16:creationId xmlns:a16="http://schemas.microsoft.com/office/drawing/2014/main" id="{1BB94CEA-E5F8-8C97-4FEA-6B022100C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39"/>
          <a:stretch>
            <a:fillRect/>
          </a:stretch>
        </p:blipFill>
        <p:spPr>
          <a:xfrm>
            <a:off x="0" y="10"/>
            <a:ext cx="4657681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51F63C-5D02-3F59-7BC0-FF16350F11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7762" y="2706624"/>
            <a:ext cx="6251110" cy="3483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Flow: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Input: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Uploads image + asks text question.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Vision Inference: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ResNet-50 analyzes image -&gt; outputs Part Name &amp; Confidence.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Retrieval (RAG):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Text query is embedded -&gt; FAISS Search -&gt; Top-K Docs retrieved.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Generation: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LLM combines User Query + Retrieved Context + Vision Output -&gt; Generates Answer.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Displayed in Chat UI.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2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94F254-2F80-AAC0-91B8-A07800FA7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alt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Gears of a machine">
            <a:extLst>
              <a:ext uri="{FF2B5EF4-FFF2-40B4-BE49-F238E27FC236}">
                <a16:creationId xmlns:a16="http://schemas.microsoft.com/office/drawing/2014/main" id="{D6CADA2D-2113-2EE7-6432-C62E1E2813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17" r="27426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6E96C4-EDE3-07B7-3A46-961B5A2D0A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7762" y="2706624"/>
            <a:ext cx="6251110" cy="3483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Kaggle Car Parts Dataset.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Total of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9,600 images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Covers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40 distinct classes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automotive components.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Battery, Alternator, Tire, Engine Block, Brake Rotor, etc. 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to fine-tune the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Vision Agent (ResNet-50)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Solves the problem of accurate part identification where generic models fail.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Images vary in lighting, angle, and background, simulating real-world garage conditions.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132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C0FDE0-B8FF-639D-3261-ABB1B22D6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63040"/>
          </a:xfrm>
        </p:spPr>
        <p:txBody>
          <a:bodyPr anchor="b">
            <a:normAutofit/>
          </a:bodyPr>
          <a:lstStyle/>
          <a:p>
            <a:r>
              <a:rPr lang="en-US" alt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Organization &amp; Splitting</a:t>
            </a:r>
            <a:endParaRPr lang="en-IN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D4D51E-E21F-1EB0-9286-B0C37BA861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660904"/>
            <a:ext cx="5649284" cy="39215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Directory Structure (ImageNet Style):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 follows a standard "folder-as-label" structure, where the directory name serves as the ground truth label 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lvl="2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car_parts_dataset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/train/ (e.g., BATTERY/, TIRE/)</a:t>
            </a:r>
          </a:p>
          <a:p>
            <a:pPr marL="914400" marR="0" lvl="2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car_parts_dataset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/valid/</a:t>
            </a:r>
          </a:p>
          <a:p>
            <a:pPr marL="914400" marR="0" lvl="2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car_parts_dataset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/test/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Split Strategy: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Stratified Split: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Used to ensure every car part class is equally represented in both training and validation sets.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Ratio: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lvl="2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85% of data (approx. 4,070 samples used in final run).</a:t>
            </a:r>
          </a:p>
          <a:p>
            <a:pPr marL="914400" marR="0" lvl="2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15% of data (approx. 718 samples).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fixed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=42 was used for reproducibility.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raphic 7" descr="Open Folder">
            <a:extLst>
              <a:ext uri="{FF2B5EF4-FFF2-40B4-BE49-F238E27FC236}">
                <a16:creationId xmlns:a16="http://schemas.microsoft.com/office/drawing/2014/main" id="{432B76FC-40B8-AC39-35DC-8C13CAE16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9126" y="699516"/>
            <a:ext cx="4818889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723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5DA9-5F39-F3B0-61DD-A3471B1E3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Examples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F7C535-9A0D-0A07-2101-EEEB81AF0B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823776"/>
            <a:ext cx="9967452" cy="435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Raw Data vs. Annotated Data: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Raw Data: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.jpg or 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images captured from various sources.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Annotation: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annotation is implicit via the directory structure. The system automatically assigns the label based on the parent folder name.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 (for the slide visual):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1: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Image of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 Battery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Label: 0 (Mapped to "BATTERY").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2: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Image of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Label: 1 (Mapped to "TIRE").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Loading Class (Code Snippet):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CarPartsDataset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 handles the conversion of raw image paths into tensors.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 image and convert to RGB.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ImageProcessor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pixel_values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(image tensor) and labels (class ID).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077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6FDD0-182C-78DA-E0B5-1555C582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Augmentation (Vision)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Rectangle 4">
            <a:extLst>
              <a:ext uri="{FF2B5EF4-FFF2-40B4-BE49-F238E27FC236}">
                <a16:creationId xmlns:a16="http://schemas.microsoft.com/office/drawing/2014/main" id="{824C5B43-215B-A712-84E1-28C1873A69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4466273"/>
              </p:ext>
            </p:extLst>
          </p:nvPr>
        </p:nvGraphicFramePr>
        <p:xfrm>
          <a:off x="5108535" y="491614"/>
          <a:ext cx="6245265" cy="60075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4826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0DBCC-3BBA-3C53-D931-75BCDA59B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altLang="en-US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for RAG</a:t>
            </a:r>
            <a:endParaRPr lang="en-IN"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7086B1-7CA2-7F22-4C34-9DD6441910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295" y="457201"/>
            <a:ext cx="6894576" cy="22156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 repair knowledge base (JSON format).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User-uploaded Repair Manuals and Technical Documentation (PDFs).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Extraction: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Used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pdfplumber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extract text from PDF pages.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Chunking/Embedding: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Text converted into 384-dimensional embeddings using BAAI BGE-Small model.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13A023E-BF18-7D1F-5150-6AD1774D3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3788229"/>
            <a:ext cx="10917936" cy="209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97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F59A01-D868-1B05-66FA-D15FAEBF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altLang="en-US" sz="5000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Methods (Overview)</a:t>
            </a:r>
            <a:endParaRPr lang="en-IN" sz="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3A400C-1100-4E44-4D0B-66F18BE111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Vision: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Transfer Learning using ResNet-50.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RAG: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Vector Search using FAISS with BGE-Small embeddings.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Agent: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Multi-component orchestration with session state memory.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diagram of a method and a method&#10;&#10;AI-generated content may be incorrect.">
            <a:extLst>
              <a:ext uri="{FF2B5EF4-FFF2-40B4-BE49-F238E27FC236}">
                <a16:creationId xmlns:a16="http://schemas.microsoft.com/office/drawing/2014/main" id="{085E19E9-6D0B-E588-B11C-9BF483D8D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357" y="640080"/>
            <a:ext cx="5981598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222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D9FBD-DFBD-3D2A-CE23-FEC218C23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altLang="en-US" sz="4200" b="1">
                <a:latin typeface="Times New Roman" panose="02020603050405020304" pitchFamily="18" charset="0"/>
                <a:cs typeface="Times New Roman" panose="02020603050405020304" pitchFamily="18" charset="0"/>
              </a:rPr>
              <a:t>Vision Model (Description &amp; Training)</a:t>
            </a:r>
            <a:endParaRPr lang="en-IN" sz="4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E7F041-F9C2-7034-07F9-D99816D735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872899"/>
            <a:ext cx="4243589" cy="33206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ResNet-50 (50-layer deep residual network).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ResNet-50?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Learned generic image features on ImageNet, adapted here for 40 specific car part classes.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L_total = L_CE + λ * L_reg.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Layer: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Replaced final FC(1000) with FC(40).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Racecar parked on the tracks">
            <a:extLst>
              <a:ext uri="{FF2B5EF4-FFF2-40B4-BE49-F238E27FC236}">
                <a16:creationId xmlns:a16="http://schemas.microsoft.com/office/drawing/2014/main" id="{0EF05A8B-E13A-4EA4-1971-59E1D5B028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9" r="29652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81225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CC57E-6D8D-8F8B-2B0B-2978B8581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Finetuning Process (Code)</a:t>
            </a:r>
            <a:endParaRPr lang="en-IN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screenshot of a computer program">
            <a:extLst>
              <a:ext uri="{FF2B5EF4-FFF2-40B4-BE49-F238E27FC236}">
                <a16:creationId xmlns:a16="http://schemas.microsoft.com/office/drawing/2014/main" id="{2ED61A03-C305-8F0E-B365-E86796C95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" r="987" b="-2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F433055-FC80-79D3-70A9-22DEF5E992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11453" y="2478024"/>
            <a:ext cx="3872243" cy="36941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Strategy: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Full fine-tuning (all layers trainable), not just frozen backbone.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Snippet (Model Creation):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Optimizer: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weight decay (0.01).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617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A0E78D-7432-5F9B-7A3B-A95E971DE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altLang="en-US" sz="3700" b="1">
                <a:latin typeface="Times New Roman" panose="02020603050405020304" pitchFamily="18" charset="0"/>
                <a:cs typeface="Times New Roman" panose="02020603050405020304" pitchFamily="18" charset="0"/>
              </a:rPr>
              <a:t>RAG Implementation</a:t>
            </a:r>
            <a:endParaRPr lang="en-IN" sz="3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C5FCA5-56B1-D79E-B965-F5ADC09535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295" y="502920"/>
            <a:ext cx="6894576" cy="14630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 Model: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BAAI BGE-Small (33M params).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Vector DB: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FAISS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IndexFlatIP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(Inner Product/Cosine Similarity).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Code: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CBC57039-D06F-62AE-0173-5B5DF5F1B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33" y="2290936"/>
            <a:ext cx="10847541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038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BE7A4-AE5C-2413-DC7C-6E4AB2305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AI-Agent (Components)</a:t>
            </a:r>
            <a:endParaRPr lang="en-IN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6CD32608-E660-8587-791C-8CA2ADB1D9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280006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8084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2B263-9500-B3B4-A367-19E7FFB48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(Setup)</a:t>
            </a:r>
            <a:endParaRPr lang="en-IN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C8F858C5-C94E-2FDC-14F9-18FD1089B5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364416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8184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60A64-2C66-2791-8666-CADBFC92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altLang="en-US" sz="3700" b="1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  <a:endParaRPr lang="en-IN" sz="3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572A26D-D743-7A7D-FF09-31D4D48AE2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177871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4776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A32D6-D43C-6FFC-0B65-E515B5159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altLang="en-US" sz="5000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Results (Vision Model)</a:t>
            </a:r>
            <a:endParaRPr lang="en-IN" sz="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7581D8-F223-A0D2-B2DE-C093E32A71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872899"/>
            <a:ext cx="4243589" cy="33206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Accuracy: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91.2% (on 40-class test set).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Top-3 Accuracy: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97.6%.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Precision/Recall/F1: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~90%.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Sample Prediction:</a:t>
            </a: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1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Image of Battery.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1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"BATTERY" (Confidence: 94.2%) - 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1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Image of Tire.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1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"TIRE" (Confidence: 89.7%) - 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F87F4E-7078-17A1-17CD-AE68D4D49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4" r="33252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33659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36BF-3358-8283-4035-BB10B6AC7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Results (RAG)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Tires painted with red">
            <a:extLst>
              <a:ext uri="{FF2B5EF4-FFF2-40B4-BE49-F238E27FC236}">
                <a16:creationId xmlns:a16="http://schemas.microsoft.com/office/drawing/2014/main" id="{E04E90EC-CE8A-1D0E-7A73-327938902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74" r="16992" b="-1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35397157-3FDE-FFAA-C7F1-6C6CE9C022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23878" y="2533476"/>
            <a:ext cx="4491820" cy="34478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Retrieval Metric: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Mean Reciprocal Rank (MRR) of 0.782.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Retrieval: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"How do I change a tire?"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Retrieved: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"Tire changing procedure" (Relevance Score: 0.82).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"Battery replacement steps"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Retrieved: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"Battery replacement guide" (Relevance Score: 0.79).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238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FE8716-9A24-74D4-7DC7-3C8F85314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alt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AI Agent Demo</a:t>
            </a:r>
            <a:endParaRPr lang="en-IN" sz="5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E380C4-1ACE-8684-A2DB-68549ACBF6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872899"/>
            <a:ext cx="4243589" cy="37507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1: Part Identification: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displays "BATTERY" with "High Confidence" badge and alternative predictions 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2: Multi-turn Conversation: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"How do I replace this?"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Agent: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5-step procedure with safety warnings 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"What about corroded terminals?"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Agent: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Context-aware follow-up suggesting baking soda solution.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3: Custom PDF RAG: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"Honda Civic Manual.pdf" -&gt; System indexes 125 pages -&gt; Answers specific torque spec questions 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black car battery with red and yellow text&#10;&#10;AI-generated content may be incorrect.">
            <a:extLst>
              <a:ext uri="{FF2B5EF4-FFF2-40B4-BE49-F238E27FC236}">
                <a16:creationId xmlns:a16="http://schemas.microsoft.com/office/drawing/2014/main" id="{52760F9D-5D13-F1DA-7D11-D8D567BCE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32" r="25673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59006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0DA30-5514-0EF0-DF58-37378989C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5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AF8C7E-024B-5F5D-E92B-B0ED57C953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Achievements: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91.2% accuracy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car part detection.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Semantic Retrieval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reduce hallucinations.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Production-ready UI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Perplexity-style interaction.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Multi-modal Fusion: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Combine vision and language embeddings.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Video Processing: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Analyze repair videos for step-by-step extraction.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Collaboration: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 sharing sessions with mechanics.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44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1300</Words>
  <Application>Microsoft Office PowerPoint</Application>
  <PresentationFormat>Widescreen</PresentationFormat>
  <Paragraphs>154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Intro &amp; Description of the Task</vt:lpstr>
      <vt:lpstr>Pipeline / Overview</vt:lpstr>
      <vt:lpstr>Pipeline / Data Flow</vt:lpstr>
      <vt:lpstr>Dataset Overview</vt:lpstr>
      <vt:lpstr>Data Organization &amp; Splitting</vt:lpstr>
      <vt:lpstr>Data Collection &amp; Examples</vt:lpstr>
      <vt:lpstr>Preprocessing &amp; Augmentation (Vision)</vt:lpstr>
      <vt:lpstr>Dataset for RAG</vt:lpstr>
      <vt:lpstr>Methods (Overview)</vt:lpstr>
      <vt:lpstr>Vision Model (Description &amp; Training)</vt:lpstr>
      <vt:lpstr>Finetuning Process (Code)</vt:lpstr>
      <vt:lpstr>RAG Implementation</vt:lpstr>
      <vt:lpstr>AI-Agent (Components)</vt:lpstr>
      <vt:lpstr>Experiments (Setup)</vt:lpstr>
      <vt:lpstr>Hyperparameter Tuning</vt:lpstr>
      <vt:lpstr>Results (Vision Model)</vt:lpstr>
      <vt:lpstr>Results (RAG)</vt:lpstr>
      <vt:lpstr>AI Agent Demo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Labba, Yeswanth</dc:creator>
  <cp:lastModifiedBy>Labba, Yeswanth</cp:lastModifiedBy>
  <cp:revision>1</cp:revision>
  <dcterms:created xsi:type="dcterms:W3CDTF">2025-12-03T15:42:14Z</dcterms:created>
  <dcterms:modified xsi:type="dcterms:W3CDTF">2025-12-03T16:57:14Z</dcterms:modified>
</cp:coreProperties>
</file>